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Mesdames et Messieurs les membres du jury. Bienvenue à notre soutenance. Nous allons vous présenter EduTrack, notre système de suivi pédagogique et de gestion des honoraires des enseignants.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une phrase, EduTrack permet de centraliser les données, automatiser l’émargement et faciliter le calcul des honoraires. Le système concerne l’administrateur, l’enseignant et l’ensemble des processus pédagogiques.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problème initial est la gestion manuelle : feuilles de présence, fichiers dispersés et calculs d’honoraires manuels. Notre objectif est de centraliser, automatiser et tracer les activités pédagogiques.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solution repose sur une interface web d’administration, une API sécurisée et une application mobile enseignant. Cette architecture permet de séparer les responsabilités tout en gardant un flux de données unique.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parcours est complet : on planifie, le système génère le QR code, l’enseignant scanne, la progression est suivie et les honoraires sont calculés automatiquement.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backend Spring Boot expose une API REST sécurisée par JWT. Les clients web et mobile communiquent avec cette API, et les données sont centralisées dans PostgreSQL.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QR code permet de fiabiliser l’émargement. Le système sait quelle séance est concernée, qui a scanné, et à quel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EduTrack apporte de la fiabilité, du gain de temps et de la transparence. Comme perspective, il faudra renforcer les tests, sécuriser la production, ajouter les notifications et ouvrir progressivement un module étudiant.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À ce moment, nous quittons la présentation pour montrer l’application. La démo peut suivre cinq étapes : connexion, séance, QR code, scan mobile et résultat dans les émargements ou honoraires. Après la démo, revenir sur le dernier slide de remerciements.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Merci pour votre attention. Nous sommes maintenant disponibles pour vos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071A2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A2F"/>
          </a:solidFill>
          <a:ln w="12700">
            <a:solidFill>
              <a:srgbClr val="071A2F"/>
            </a:solidFill>
            <a:prstDash val="solid"/>
          </a:ln>
        </p:spPr>
      </p:sp>
      <p:sp>
        <p:nvSpPr>
          <p:cNvPr id="3" name="Shape 1"/>
          <p:cNvSpPr/>
          <p:nvPr/>
        </p:nvSpPr>
        <p:spPr>
          <a:xfrm>
            <a:off x="0" y="6528816"/>
            <a:ext cx="12191695" cy="329184"/>
          </a:xfrm>
          <a:prstGeom prst="rect">
            <a:avLst/>
          </a:prstGeom>
          <a:solidFill>
            <a:srgbClr val="03111F">
              <a:alpha val="94000"/>
            </a:srgbClr>
          </a:solidFill>
          <a:ln w="12700">
            <a:solidFill>
              <a:srgbClr val="03111F"/>
            </a:solidFill>
            <a:prstDash val="solid"/>
          </a:ln>
        </p:spPr>
      </p:sp>
      <p:sp>
        <p:nvSpPr>
          <p:cNvPr id="4" name="Text 2"/>
          <p:cNvSpPr/>
          <p:nvPr/>
        </p:nvSpPr>
        <p:spPr>
          <a:xfrm>
            <a:off x="320040" y="6583680"/>
            <a:ext cx="1920240" cy="164592"/>
          </a:xfrm>
          <a:prstGeom prst="rect">
            <a:avLst/>
          </a:prstGeom>
          <a:noFill/>
          <a:ln/>
        </p:spPr>
        <p:txBody>
          <a:bodyPr wrap="square" rtlCol="0" anchor="ctr"/>
          <a:lstStyle/>
          <a:p>
            <a:pPr indent="0" marL="0">
              <a:buNone/>
            </a:pPr>
            <a:r>
              <a:rPr lang="en-US" sz="800" b="1" dirty="0">
                <a:solidFill>
                  <a:srgbClr val="5EEAD4"/>
                </a:solidFill>
                <a:latin typeface="Aptos" pitchFamily="34" charset="0"/>
                <a:ea typeface="Aptos" pitchFamily="34" charset="-122"/>
                <a:cs typeface="Aptos" pitchFamily="34" charset="-120"/>
              </a:rPr>
              <a:t>EduTrack</a:t>
            </a:r>
            <a:endParaRPr lang="en-US" sz="800" dirty="0"/>
          </a:p>
        </p:txBody>
      </p:sp>
      <p:sp>
        <p:nvSpPr>
          <p:cNvPr id="5" name="Text 3"/>
          <p:cNvSpPr/>
          <p:nvPr/>
        </p:nvSpPr>
        <p:spPr>
          <a:xfrm>
            <a:off x="8458200" y="6583680"/>
            <a:ext cx="3337560" cy="164592"/>
          </a:xfrm>
          <a:prstGeom prst="rect">
            <a:avLst/>
          </a:prstGeom>
          <a:noFill/>
          <a:ln/>
        </p:spPr>
        <p:txBody>
          <a:bodyPr wrap="square" rtlCol="0" anchor="ctr"/>
          <a:lstStyle/>
          <a:p>
            <a:pPr algn="r" indent="0" marL="0">
              <a:buNone/>
            </a:pPr>
            <a:r>
              <a:rPr lang="en-US" sz="800" dirty="0">
                <a:solidFill>
                  <a:srgbClr val="B8C7D9"/>
                </a:solidFill>
                <a:latin typeface="Aptos" pitchFamily="34" charset="0"/>
                <a:ea typeface="Aptos" pitchFamily="34" charset="-122"/>
                <a:cs typeface="Aptos" pitchFamily="34" charset="-120"/>
              </a:rPr>
              <a:t>Soutenance • INTEC SUP • 2025–2026</a:t>
            </a:r>
            <a:endParaRPr lang="en-US" sz="800" dirty="0"/>
          </a:p>
        </p:txBody>
      </p:sp>
      <p:sp>
        <p:nvSpPr>
          <p:cNvPr id="25" name="Slide Number Placeholder 0"/>
          <p:cNvSpPr>
            <a:spLocks noGrp="1"/>
          </p:cNvSpPr>
          <p:nvPr>
            <p:ph type="sldNum" sz="quarter" idx="4294967295"/>
          </p:nvPr>
        </p:nvSpPr>
        <p:spPr>
          <a:xfrm>
            <a:off x="11841480" y="6565392"/>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5EEAD4"/>
                </a:solidFill>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841480" y="6565392"/>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5EEAD4"/>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1A2F"/>
        </a:solidFill>
      </p:bgPr>
    </p:bg>
    <p:spTree>
      <p:nvGrpSpPr>
        <p:cNvPr id="1" name=""/>
        <p:cNvGrpSpPr/>
        <p:nvPr/>
      </p:nvGrpSpPr>
      <p:grpSpPr>
        <a:xfrm>
          <a:off x="0" y="0"/>
          <a:ext cx="0" cy="0"/>
          <a:chOff x="0" y="0"/>
          <a:chExt cx="0" cy="0"/>
        </a:xfrm>
      </p:grpSpPr>
      <p:sp>
        <p:nvSpPr>
          <p:cNvPr id="2" name="Shape 0"/>
          <p:cNvSpPr/>
          <p:nvPr/>
        </p:nvSpPr>
        <p:spPr>
          <a:xfrm>
            <a:off x="-1005840" y="-822960"/>
            <a:ext cx="4023360" cy="4023360"/>
          </a:xfrm>
          <a:prstGeom prst="ellipse">
            <a:avLst/>
          </a:prstGeom>
          <a:solidFill>
            <a:srgbClr val="0EA5E9">
              <a:alpha val="22000"/>
            </a:srgbClr>
          </a:solidFill>
          <a:ln w="12700">
            <a:solidFill>
              <a:srgbClr val="0EA5E9">
                <a:alpha val="0"/>
              </a:srgbClr>
            </a:solidFill>
            <a:prstDash val="solid"/>
          </a:ln>
        </p:spPr>
      </p:sp>
      <p:sp>
        <p:nvSpPr>
          <p:cNvPr id="3" name="Shape 1"/>
          <p:cNvSpPr/>
          <p:nvPr/>
        </p:nvSpPr>
        <p:spPr>
          <a:xfrm>
            <a:off x="9646920" y="4480560"/>
            <a:ext cx="3383280" cy="3383280"/>
          </a:xfrm>
          <a:prstGeom prst="ellipse">
            <a:avLst/>
          </a:prstGeom>
          <a:solidFill>
            <a:srgbClr val="14B8A6">
              <a:alpha val="18000"/>
            </a:srgbClr>
          </a:solidFill>
          <a:ln w="12700">
            <a:solidFill>
              <a:srgbClr val="14B8A6">
                <a:alpha val="0"/>
              </a:srgbClr>
            </a:solidFill>
            <a:prstDash val="solid"/>
          </a:ln>
        </p:spPr>
      </p:sp>
      <p:sp>
        <p:nvSpPr>
          <p:cNvPr id="4" name="Shape 2"/>
          <p:cNvSpPr/>
          <p:nvPr/>
        </p:nvSpPr>
        <p:spPr>
          <a:xfrm>
            <a:off x="9921240" y="320040"/>
            <a:ext cx="1051560" cy="1051560"/>
          </a:xfrm>
          <a:prstGeom prst="arc">
            <a:avLst/>
          </a:prstGeom>
          <a:noFill/>
          <a:ln w="25400">
            <a:solidFill>
              <a:srgbClr val="5EEAD4">
                <a:alpha val="80000"/>
              </a:srgbClr>
            </a:solidFill>
            <a:prstDash val="solid"/>
          </a:ln>
        </p:spPr>
      </p:sp>
      <p:sp>
        <p:nvSpPr>
          <p:cNvPr id="5" name="Shape 3"/>
          <p:cNvSpPr/>
          <p:nvPr/>
        </p:nvSpPr>
        <p:spPr>
          <a:xfrm>
            <a:off x="10314432" y="713232"/>
            <a:ext cx="1051560" cy="1051560"/>
          </a:xfrm>
          <a:prstGeom prst="arc">
            <a:avLst/>
          </a:prstGeom>
          <a:noFill/>
          <a:ln w="25400">
            <a:solidFill>
              <a:srgbClr val="35C2FF">
                <a:alpha val="65000"/>
              </a:srgbClr>
            </a:solidFill>
            <a:prstDash val="solid"/>
          </a:ln>
        </p:spPr>
      </p:sp>
      <p:sp>
        <p:nvSpPr>
          <p:cNvPr id="6" name="Text 4"/>
          <p:cNvSpPr/>
          <p:nvPr/>
        </p:nvSpPr>
        <p:spPr>
          <a:xfrm>
            <a:off x="685800" y="960120"/>
            <a:ext cx="4572000" cy="566928"/>
          </a:xfrm>
          <a:prstGeom prst="rect">
            <a:avLst/>
          </a:prstGeom>
          <a:noFill/>
          <a:ln/>
        </p:spPr>
        <p:txBody>
          <a:bodyPr wrap="square" lIns="0" tIns="0" rIns="0" bIns="0" rtlCol="0" anchor="ctr"/>
          <a:lstStyle/>
          <a:p>
            <a:pPr indent="0" marL="0">
              <a:buNone/>
            </a:pPr>
            <a:r>
              <a:rPr lang="en-US" sz="4600" b="1" dirty="0">
                <a:solidFill>
                  <a:srgbClr val="F8FAFC"/>
                </a:solidFill>
                <a:latin typeface="Aptos Display" pitchFamily="34" charset="0"/>
                <a:ea typeface="Aptos Display" pitchFamily="34" charset="-122"/>
                <a:cs typeface="Aptos Display" pitchFamily="34" charset="-120"/>
              </a:rPr>
              <a:t>Bienvenue</a:t>
            </a:r>
            <a:endParaRPr lang="en-US" sz="4600" dirty="0"/>
          </a:p>
        </p:txBody>
      </p:sp>
      <p:sp>
        <p:nvSpPr>
          <p:cNvPr id="7" name="Text 5"/>
          <p:cNvSpPr/>
          <p:nvPr/>
        </p:nvSpPr>
        <p:spPr>
          <a:xfrm>
            <a:off x="731520" y="1673352"/>
            <a:ext cx="4206240" cy="274320"/>
          </a:xfrm>
          <a:prstGeom prst="rect">
            <a:avLst/>
          </a:prstGeom>
          <a:noFill/>
          <a:ln/>
        </p:spPr>
        <p:txBody>
          <a:bodyPr wrap="square" lIns="0" tIns="0" rIns="0" bIns="0" rtlCol="0" anchor="ctr"/>
          <a:lstStyle/>
          <a:p>
            <a:pPr indent="0" marL="0">
              <a:buNone/>
            </a:pPr>
            <a:r>
              <a:rPr lang="en-US" sz="2000" b="1" dirty="0">
                <a:solidFill>
                  <a:srgbClr val="5EEAD4"/>
                </a:solidFill>
              </a:rPr>
              <a:t>à notre soutenance</a:t>
            </a:r>
            <a:endParaRPr lang="en-US" sz="2000" dirty="0"/>
          </a:p>
        </p:txBody>
      </p:sp>
      <p:sp>
        <p:nvSpPr>
          <p:cNvPr id="8" name="Text 6"/>
          <p:cNvSpPr/>
          <p:nvPr/>
        </p:nvSpPr>
        <p:spPr>
          <a:xfrm>
            <a:off x="768096" y="2240280"/>
            <a:ext cx="2743200" cy="182880"/>
          </a:xfrm>
          <a:prstGeom prst="rect">
            <a:avLst/>
          </a:prstGeom>
          <a:noFill/>
          <a:ln/>
        </p:spPr>
        <p:txBody>
          <a:bodyPr wrap="square" lIns="0" tIns="0" rIns="0" bIns="0" rtlCol="0" anchor="ctr"/>
          <a:lstStyle/>
          <a:p>
            <a:pPr indent="0" marL="0">
              <a:buNone/>
            </a:pPr>
            <a:r>
              <a:rPr lang="en-US" sz="1250" dirty="0">
                <a:solidFill>
                  <a:srgbClr val="B8C7D9"/>
                </a:solidFill>
              </a:rPr>
              <a:t>Mémoire de fin de cycle</a:t>
            </a:r>
            <a:endParaRPr lang="en-US" sz="1250" dirty="0"/>
          </a:p>
        </p:txBody>
      </p:sp>
      <p:sp>
        <p:nvSpPr>
          <p:cNvPr id="9" name="Shape 7"/>
          <p:cNvSpPr/>
          <p:nvPr/>
        </p:nvSpPr>
        <p:spPr>
          <a:xfrm>
            <a:off x="749808" y="2651760"/>
            <a:ext cx="1234440" cy="0"/>
          </a:xfrm>
          <a:prstGeom prst="line">
            <a:avLst/>
          </a:prstGeom>
          <a:noFill/>
          <a:ln w="50800">
            <a:solidFill>
              <a:srgbClr val="35C2FF"/>
            </a:solidFill>
            <a:prstDash val="solid"/>
          </a:ln>
        </p:spPr>
      </p:sp>
      <p:sp>
        <p:nvSpPr>
          <p:cNvPr id="10" name="Text 8"/>
          <p:cNvSpPr/>
          <p:nvPr/>
        </p:nvSpPr>
        <p:spPr>
          <a:xfrm>
            <a:off x="768096" y="3063240"/>
            <a:ext cx="914400" cy="146304"/>
          </a:xfrm>
          <a:prstGeom prst="rect">
            <a:avLst/>
          </a:prstGeom>
          <a:noFill/>
          <a:ln/>
        </p:spPr>
        <p:txBody>
          <a:bodyPr wrap="square" lIns="0" tIns="0" rIns="0" bIns="0" rtlCol="0" anchor="ctr"/>
          <a:lstStyle/>
          <a:p>
            <a:pPr indent="0" marL="0">
              <a:buNone/>
            </a:pPr>
            <a:r>
              <a:rPr lang="en-US" sz="900" b="1" dirty="0">
                <a:solidFill>
                  <a:srgbClr val="5EEAD4"/>
                </a:solidFill>
              </a:rPr>
              <a:t>Thème</a:t>
            </a:r>
            <a:endParaRPr lang="en-US" sz="900" dirty="0"/>
          </a:p>
        </p:txBody>
      </p:sp>
      <p:sp>
        <p:nvSpPr>
          <p:cNvPr id="11" name="Text 9"/>
          <p:cNvSpPr/>
          <p:nvPr/>
        </p:nvSpPr>
        <p:spPr>
          <a:xfrm>
            <a:off x="768096" y="3346704"/>
            <a:ext cx="5669280" cy="566928"/>
          </a:xfrm>
          <a:prstGeom prst="rect">
            <a:avLst/>
          </a:prstGeom>
          <a:noFill/>
          <a:ln/>
        </p:spPr>
        <p:txBody>
          <a:bodyPr wrap="square" lIns="0" tIns="0" rIns="0" bIns="0" rtlCol="0" anchor="ctr">
            <a:normAutofit/>
          </a:bodyPr>
          <a:lstStyle/>
          <a:p>
            <a:pPr indent="0" marL="0">
              <a:buNone/>
            </a:pPr>
            <a:r>
              <a:rPr lang="en-US" sz="1800" b="1" dirty="0">
                <a:solidFill>
                  <a:srgbClr val="F8FAFC"/>
                </a:solidFill>
              </a:rPr>
              <a:t>Conception et développement d’un système de suivi pédagogique et de gestion des honoraires des enseignants</a:t>
            </a:r>
            <a:endParaRPr lang="en-US" sz="1800" dirty="0"/>
          </a:p>
        </p:txBody>
      </p:sp>
      <p:sp>
        <p:nvSpPr>
          <p:cNvPr id="12" name="Text 10"/>
          <p:cNvSpPr/>
          <p:nvPr/>
        </p:nvSpPr>
        <p:spPr>
          <a:xfrm>
            <a:off x="786384" y="5138928"/>
            <a:ext cx="5212080" cy="182880"/>
          </a:xfrm>
          <a:prstGeom prst="rect">
            <a:avLst/>
          </a:prstGeom>
          <a:noFill/>
          <a:ln/>
        </p:spPr>
        <p:txBody>
          <a:bodyPr wrap="square" lIns="0" tIns="0" rIns="0" bIns="0" rtlCol="0" anchor="ctr"/>
          <a:lstStyle/>
          <a:p>
            <a:pPr indent="0" marL="0">
              <a:buNone/>
            </a:pPr>
            <a:r>
              <a:rPr lang="en-US" sz="1050" b="1" dirty="0">
                <a:solidFill>
                  <a:srgbClr val="F8FAFC"/>
                </a:solidFill>
              </a:rPr>
              <a:t>Présenté par : Aya BOURAMA &amp; Moussa Balla KEITA</a:t>
            </a:r>
            <a:endParaRPr lang="en-US" sz="1050" dirty="0"/>
          </a:p>
        </p:txBody>
      </p:sp>
      <p:sp>
        <p:nvSpPr>
          <p:cNvPr id="13" name="Text 11"/>
          <p:cNvSpPr/>
          <p:nvPr/>
        </p:nvSpPr>
        <p:spPr>
          <a:xfrm>
            <a:off x="786384" y="5449824"/>
            <a:ext cx="5029200" cy="164592"/>
          </a:xfrm>
          <a:prstGeom prst="rect">
            <a:avLst/>
          </a:prstGeom>
          <a:noFill/>
          <a:ln/>
        </p:spPr>
        <p:txBody>
          <a:bodyPr wrap="square" lIns="0" tIns="0" rIns="0" bIns="0" rtlCol="0" anchor="ctr"/>
          <a:lstStyle/>
          <a:p>
            <a:pPr indent="0" marL="0">
              <a:buNone/>
            </a:pPr>
            <a:r>
              <a:rPr lang="en-US" sz="920" dirty="0">
                <a:solidFill>
                  <a:srgbClr val="B8C7D9"/>
                </a:solidFill>
              </a:rPr>
              <a:t>INTEC SUP • Année universitaire 2025–2026</a:t>
            </a:r>
            <a:endParaRPr lang="en-US" sz="920" dirty="0"/>
          </a:p>
        </p:txBody>
      </p:sp>
      <p:sp>
        <p:nvSpPr>
          <p:cNvPr id="14" name="Shape 12"/>
          <p:cNvSpPr/>
          <p:nvPr/>
        </p:nvSpPr>
        <p:spPr>
          <a:xfrm>
            <a:off x="6858000" y="1005840"/>
            <a:ext cx="4297680" cy="4206240"/>
          </a:xfrm>
          <a:prstGeom prst="roundRect">
            <a:avLst>
              <a:gd name="adj" fmla="val 2609"/>
            </a:avLst>
          </a:prstGeom>
          <a:solidFill>
            <a:srgbClr val="09233F"/>
          </a:solidFill>
          <a:ln w="12700">
            <a:solidFill>
              <a:srgbClr val="5EEAD4">
                <a:alpha val="80000"/>
              </a:srgbClr>
            </a:solidFill>
            <a:prstDash val="solid"/>
          </a:ln>
        </p:spPr>
      </p:sp>
      <p:sp>
        <p:nvSpPr>
          <p:cNvPr id="15" name="Text 13"/>
          <p:cNvSpPr/>
          <p:nvPr/>
        </p:nvSpPr>
        <p:spPr>
          <a:xfrm>
            <a:off x="7406640" y="1572768"/>
            <a:ext cx="2834640" cy="411480"/>
          </a:xfrm>
          <a:prstGeom prst="rect">
            <a:avLst/>
          </a:prstGeom>
          <a:noFill/>
          <a:ln/>
        </p:spPr>
        <p:txBody>
          <a:bodyPr wrap="square" lIns="0" tIns="0" rIns="0" bIns="0" rtlCol="0" anchor="ctr"/>
          <a:lstStyle/>
          <a:p>
            <a:pPr algn="ctr" indent="0" marL="0">
              <a:buNone/>
            </a:pPr>
            <a:r>
              <a:rPr lang="en-US" sz="3100" b="1" dirty="0">
                <a:solidFill>
                  <a:srgbClr val="F8FAFC"/>
                </a:solidFill>
              </a:rPr>
              <a:t>EduTrack</a:t>
            </a:r>
            <a:endParaRPr lang="en-US" sz="3100" dirty="0"/>
          </a:p>
        </p:txBody>
      </p:sp>
      <p:sp>
        <p:nvSpPr>
          <p:cNvPr id="16" name="Text 14"/>
          <p:cNvSpPr/>
          <p:nvPr/>
        </p:nvSpPr>
        <p:spPr>
          <a:xfrm>
            <a:off x="7406640" y="2139696"/>
            <a:ext cx="2834640" cy="201168"/>
          </a:xfrm>
          <a:prstGeom prst="rect">
            <a:avLst/>
          </a:prstGeom>
          <a:noFill/>
          <a:ln/>
        </p:spPr>
        <p:txBody>
          <a:bodyPr wrap="square" lIns="0" tIns="0" rIns="0" bIns="0" rtlCol="0" anchor="ctr"/>
          <a:lstStyle/>
          <a:p>
            <a:pPr algn="ctr" indent="0" marL="0">
              <a:buNone/>
            </a:pPr>
            <a:r>
              <a:rPr lang="en-US" sz="1300" b="1" dirty="0">
                <a:solidFill>
                  <a:srgbClr val="5EEAD4"/>
                </a:solidFill>
              </a:rPr>
              <a:t>Web • Mobile • API</a:t>
            </a:r>
            <a:endParaRPr lang="en-US" sz="1300" dirty="0"/>
          </a:p>
        </p:txBody>
      </p:sp>
      <p:sp>
        <p:nvSpPr>
          <p:cNvPr id="17" name="Shape 15"/>
          <p:cNvSpPr/>
          <p:nvPr/>
        </p:nvSpPr>
        <p:spPr>
          <a:xfrm>
            <a:off x="8485632" y="2834640"/>
            <a:ext cx="987552" cy="987552"/>
          </a:xfrm>
          <a:prstGeom prst="roundRect">
            <a:avLst>
              <a:gd name="adj" fmla="val 4630"/>
            </a:avLst>
          </a:prstGeom>
          <a:solidFill>
            <a:srgbClr val="FFFFFF"/>
          </a:solidFill>
          <a:ln w="12700">
            <a:solidFill>
              <a:srgbClr val="FFFFFF"/>
            </a:solidFill>
            <a:prstDash val="solid"/>
          </a:ln>
        </p:spPr>
      </p:sp>
      <p:sp>
        <p:nvSpPr>
          <p:cNvPr id="18" name="Shape 16"/>
          <p:cNvSpPr/>
          <p:nvPr/>
        </p:nvSpPr>
        <p:spPr>
          <a:xfrm>
            <a:off x="8577072" y="2926080"/>
            <a:ext cx="100584" cy="100584"/>
          </a:xfrm>
          <a:prstGeom prst="rect">
            <a:avLst/>
          </a:prstGeom>
          <a:solidFill>
            <a:srgbClr val="071A2F"/>
          </a:solidFill>
          <a:ln w="12700">
            <a:solidFill>
              <a:srgbClr val="071A2F"/>
            </a:solidFill>
            <a:prstDash val="solid"/>
          </a:ln>
        </p:spPr>
      </p:sp>
      <p:sp>
        <p:nvSpPr>
          <p:cNvPr id="19" name="Shape 17"/>
          <p:cNvSpPr/>
          <p:nvPr/>
        </p:nvSpPr>
        <p:spPr>
          <a:xfrm>
            <a:off x="8741664" y="2926080"/>
            <a:ext cx="100584" cy="100584"/>
          </a:xfrm>
          <a:prstGeom prst="rect">
            <a:avLst/>
          </a:prstGeom>
          <a:solidFill>
            <a:srgbClr val="071A2F"/>
          </a:solidFill>
          <a:ln w="12700">
            <a:solidFill>
              <a:srgbClr val="071A2F"/>
            </a:solidFill>
            <a:prstDash val="solid"/>
          </a:ln>
        </p:spPr>
      </p:sp>
      <p:sp>
        <p:nvSpPr>
          <p:cNvPr id="20" name="Shape 18"/>
          <p:cNvSpPr/>
          <p:nvPr/>
        </p:nvSpPr>
        <p:spPr>
          <a:xfrm>
            <a:off x="8906256" y="2926080"/>
            <a:ext cx="100584" cy="100584"/>
          </a:xfrm>
          <a:prstGeom prst="rect">
            <a:avLst/>
          </a:prstGeom>
          <a:solidFill>
            <a:srgbClr val="071A2F"/>
          </a:solidFill>
          <a:ln w="12700">
            <a:solidFill>
              <a:srgbClr val="071A2F"/>
            </a:solidFill>
            <a:prstDash val="solid"/>
          </a:ln>
        </p:spPr>
      </p:sp>
      <p:sp>
        <p:nvSpPr>
          <p:cNvPr id="21" name="Shape 19"/>
          <p:cNvSpPr/>
          <p:nvPr/>
        </p:nvSpPr>
        <p:spPr>
          <a:xfrm>
            <a:off x="9070848" y="2926080"/>
            <a:ext cx="100584" cy="100584"/>
          </a:xfrm>
          <a:prstGeom prst="rect">
            <a:avLst/>
          </a:prstGeom>
          <a:solidFill>
            <a:srgbClr val="071A2F"/>
          </a:solidFill>
          <a:ln w="12700">
            <a:solidFill>
              <a:srgbClr val="071A2F"/>
            </a:solidFill>
            <a:prstDash val="solid"/>
          </a:ln>
        </p:spPr>
      </p:sp>
      <p:sp>
        <p:nvSpPr>
          <p:cNvPr id="22" name="Shape 20"/>
          <p:cNvSpPr/>
          <p:nvPr/>
        </p:nvSpPr>
        <p:spPr>
          <a:xfrm>
            <a:off x="9235440" y="2926080"/>
            <a:ext cx="100584" cy="100584"/>
          </a:xfrm>
          <a:prstGeom prst="rect">
            <a:avLst/>
          </a:prstGeom>
          <a:solidFill>
            <a:srgbClr val="071A2F"/>
          </a:solidFill>
          <a:ln w="12700">
            <a:solidFill>
              <a:srgbClr val="071A2F"/>
            </a:solidFill>
            <a:prstDash val="solid"/>
          </a:ln>
        </p:spPr>
      </p:sp>
      <p:sp>
        <p:nvSpPr>
          <p:cNvPr id="23" name="Shape 21"/>
          <p:cNvSpPr/>
          <p:nvPr/>
        </p:nvSpPr>
        <p:spPr>
          <a:xfrm>
            <a:off x="8577072" y="3090672"/>
            <a:ext cx="100584" cy="100584"/>
          </a:xfrm>
          <a:prstGeom prst="rect">
            <a:avLst/>
          </a:prstGeom>
          <a:solidFill>
            <a:srgbClr val="071A2F"/>
          </a:solidFill>
          <a:ln w="12700">
            <a:solidFill>
              <a:srgbClr val="071A2F"/>
            </a:solidFill>
            <a:prstDash val="solid"/>
          </a:ln>
        </p:spPr>
      </p:sp>
      <p:sp>
        <p:nvSpPr>
          <p:cNvPr id="24" name="Shape 22"/>
          <p:cNvSpPr/>
          <p:nvPr/>
        </p:nvSpPr>
        <p:spPr>
          <a:xfrm>
            <a:off x="8741664" y="3090672"/>
            <a:ext cx="100584" cy="100584"/>
          </a:xfrm>
          <a:prstGeom prst="rect">
            <a:avLst/>
          </a:prstGeom>
          <a:solidFill>
            <a:srgbClr val="071A2F"/>
          </a:solidFill>
          <a:ln w="12700">
            <a:solidFill>
              <a:srgbClr val="071A2F"/>
            </a:solidFill>
            <a:prstDash val="solid"/>
          </a:ln>
        </p:spPr>
      </p:sp>
      <p:sp>
        <p:nvSpPr>
          <p:cNvPr id="25" name="Shape 23"/>
          <p:cNvSpPr/>
          <p:nvPr/>
        </p:nvSpPr>
        <p:spPr>
          <a:xfrm>
            <a:off x="9070848" y="3090672"/>
            <a:ext cx="100584" cy="100584"/>
          </a:xfrm>
          <a:prstGeom prst="rect">
            <a:avLst/>
          </a:prstGeom>
          <a:solidFill>
            <a:srgbClr val="071A2F"/>
          </a:solidFill>
          <a:ln w="12700">
            <a:solidFill>
              <a:srgbClr val="071A2F"/>
            </a:solidFill>
            <a:prstDash val="solid"/>
          </a:ln>
        </p:spPr>
      </p:sp>
      <p:sp>
        <p:nvSpPr>
          <p:cNvPr id="26" name="Shape 24"/>
          <p:cNvSpPr/>
          <p:nvPr/>
        </p:nvSpPr>
        <p:spPr>
          <a:xfrm>
            <a:off x="9235440" y="3090672"/>
            <a:ext cx="100584" cy="100584"/>
          </a:xfrm>
          <a:prstGeom prst="rect">
            <a:avLst/>
          </a:prstGeom>
          <a:solidFill>
            <a:srgbClr val="071A2F"/>
          </a:solidFill>
          <a:ln w="12700">
            <a:solidFill>
              <a:srgbClr val="071A2F"/>
            </a:solidFill>
            <a:prstDash val="solid"/>
          </a:ln>
        </p:spPr>
      </p:sp>
      <p:sp>
        <p:nvSpPr>
          <p:cNvPr id="27" name="Shape 25"/>
          <p:cNvSpPr/>
          <p:nvPr/>
        </p:nvSpPr>
        <p:spPr>
          <a:xfrm>
            <a:off x="8577072" y="3255264"/>
            <a:ext cx="100584" cy="100584"/>
          </a:xfrm>
          <a:prstGeom prst="rect">
            <a:avLst/>
          </a:prstGeom>
          <a:solidFill>
            <a:srgbClr val="071A2F"/>
          </a:solidFill>
          <a:ln w="12700">
            <a:solidFill>
              <a:srgbClr val="071A2F"/>
            </a:solidFill>
            <a:prstDash val="solid"/>
          </a:ln>
        </p:spPr>
      </p:sp>
      <p:sp>
        <p:nvSpPr>
          <p:cNvPr id="28" name="Shape 26"/>
          <p:cNvSpPr/>
          <p:nvPr/>
        </p:nvSpPr>
        <p:spPr>
          <a:xfrm>
            <a:off x="8741664" y="3255264"/>
            <a:ext cx="100584" cy="100584"/>
          </a:xfrm>
          <a:prstGeom prst="rect">
            <a:avLst/>
          </a:prstGeom>
          <a:solidFill>
            <a:srgbClr val="071A2F"/>
          </a:solidFill>
          <a:ln w="12700">
            <a:solidFill>
              <a:srgbClr val="071A2F"/>
            </a:solidFill>
            <a:prstDash val="solid"/>
          </a:ln>
        </p:spPr>
      </p:sp>
      <p:sp>
        <p:nvSpPr>
          <p:cNvPr id="29" name="Shape 27"/>
          <p:cNvSpPr/>
          <p:nvPr/>
        </p:nvSpPr>
        <p:spPr>
          <a:xfrm>
            <a:off x="8906256" y="3255264"/>
            <a:ext cx="100584" cy="100584"/>
          </a:xfrm>
          <a:prstGeom prst="rect">
            <a:avLst/>
          </a:prstGeom>
          <a:solidFill>
            <a:srgbClr val="071A2F"/>
          </a:solidFill>
          <a:ln w="12700">
            <a:solidFill>
              <a:srgbClr val="071A2F"/>
            </a:solidFill>
            <a:prstDash val="solid"/>
          </a:ln>
        </p:spPr>
      </p:sp>
      <p:sp>
        <p:nvSpPr>
          <p:cNvPr id="30" name="Shape 28"/>
          <p:cNvSpPr/>
          <p:nvPr/>
        </p:nvSpPr>
        <p:spPr>
          <a:xfrm>
            <a:off x="9070848" y="3255264"/>
            <a:ext cx="100584" cy="100584"/>
          </a:xfrm>
          <a:prstGeom prst="rect">
            <a:avLst/>
          </a:prstGeom>
          <a:solidFill>
            <a:srgbClr val="071A2F"/>
          </a:solidFill>
          <a:ln w="12700">
            <a:solidFill>
              <a:srgbClr val="071A2F"/>
            </a:solidFill>
            <a:prstDash val="solid"/>
          </a:ln>
        </p:spPr>
      </p:sp>
      <p:sp>
        <p:nvSpPr>
          <p:cNvPr id="31" name="Shape 29"/>
          <p:cNvSpPr/>
          <p:nvPr/>
        </p:nvSpPr>
        <p:spPr>
          <a:xfrm>
            <a:off x="9235440" y="3255264"/>
            <a:ext cx="100584" cy="100584"/>
          </a:xfrm>
          <a:prstGeom prst="rect">
            <a:avLst/>
          </a:prstGeom>
          <a:solidFill>
            <a:srgbClr val="071A2F"/>
          </a:solidFill>
          <a:ln w="12700">
            <a:solidFill>
              <a:srgbClr val="071A2F"/>
            </a:solidFill>
            <a:prstDash val="solid"/>
          </a:ln>
        </p:spPr>
      </p:sp>
      <p:sp>
        <p:nvSpPr>
          <p:cNvPr id="32" name="Shape 30"/>
          <p:cNvSpPr/>
          <p:nvPr/>
        </p:nvSpPr>
        <p:spPr>
          <a:xfrm>
            <a:off x="8577072" y="3419856"/>
            <a:ext cx="100584" cy="100584"/>
          </a:xfrm>
          <a:prstGeom prst="rect">
            <a:avLst/>
          </a:prstGeom>
          <a:solidFill>
            <a:srgbClr val="071A2F"/>
          </a:solidFill>
          <a:ln w="12700">
            <a:solidFill>
              <a:srgbClr val="071A2F"/>
            </a:solidFill>
            <a:prstDash val="solid"/>
          </a:ln>
        </p:spPr>
      </p:sp>
      <p:sp>
        <p:nvSpPr>
          <p:cNvPr id="33" name="Shape 31"/>
          <p:cNvSpPr/>
          <p:nvPr/>
        </p:nvSpPr>
        <p:spPr>
          <a:xfrm>
            <a:off x="8906256" y="3419856"/>
            <a:ext cx="100584" cy="100584"/>
          </a:xfrm>
          <a:prstGeom prst="rect">
            <a:avLst/>
          </a:prstGeom>
          <a:solidFill>
            <a:srgbClr val="071A2F"/>
          </a:solidFill>
          <a:ln w="12700">
            <a:solidFill>
              <a:srgbClr val="071A2F"/>
            </a:solidFill>
            <a:prstDash val="solid"/>
          </a:ln>
        </p:spPr>
      </p:sp>
      <p:sp>
        <p:nvSpPr>
          <p:cNvPr id="34" name="Shape 32"/>
          <p:cNvSpPr/>
          <p:nvPr/>
        </p:nvSpPr>
        <p:spPr>
          <a:xfrm>
            <a:off x="9070848" y="3419856"/>
            <a:ext cx="100584" cy="100584"/>
          </a:xfrm>
          <a:prstGeom prst="rect">
            <a:avLst/>
          </a:prstGeom>
          <a:solidFill>
            <a:srgbClr val="071A2F"/>
          </a:solidFill>
          <a:ln w="12700">
            <a:solidFill>
              <a:srgbClr val="071A2F"/>
            </a:solidFill>
            <a:prstDash val="solid"/>
          </a:ln>
        </p:spPr>
      </p:sp>
      <p:sp>
        <p:nvSpPr>
          <p:cNvPr id="35" name="Shape 33"/>
          <p:cNvSpPr/>
          <p:nvPr/>
        </p:nvSpPr>
        <p:spPr>
          <a:xfrm>
            <a:off x="9235440" y="3419856"/>
            <a:ext cx="100584" cy="100584"/>
          </a:xfrm>
          <a:prstGeom prst="rect">
            <a:avLst/>
          </a:prstGeom>
          <a:solidFill>
            <a:srgbClr val="071A2F"/>
          </a:solidFill>
          <a:ln w="12700">
            <a:solidFill>
              <a:srgbClr val="071A2F"/>
            </a:solidFill>
            <a:prstDash val="solid"/>
          </a:ln>
        </p:spPr>
      </p:sp>
      <p:sp>
        <p:nvSpPr>
          <p:cNvPr id="36" name="Shape 34"/>
          <p:cNvSpPr/>
          <p:nvPr/>
        </p:nvSpPr>
        <p:spPr>
          <a:xfrm>
            <a:off x="8577072" y="3584448"/>
            <a:ext cx="100584" cy="100584"/>
          </a:xfrm>
          <a:prstGeom prst="rect">
            <a:avLst/>
          </a:prstGeom>
          <a:solidFill>
            <a:srgbClr val="071A2F"/>
          </a:solidFill>
          <a:ln w="12700">
            <a:solidFill>
              <a:srgbClr val="071A2F"/>
            </a:solidFill>
            <a:prstDash val="solid"/>
          </a:ln>
        </p:spPr>
      </p:sp>
      <p:sp>
        <p:nvSpPr>
          <p:cNvPr id="37" name="Shape 35"/>
          <p:cNvSpPr/>
          <p:nvPr/>
        </p:nvSpPr>
        <p:spPr>
          <a:xfrm>
            <a:off x="8741664" y="3584448"/>
            <a:ext cx="100584" cy="100584"/>
          </a:xfrm>
          <a:prstGeom prst="rect">
            <a:avLst/>
          </a:prstGeom>
          <a:solidFill>
            <a:srgbClr val="071A2F"/>
          </a:solidFill>
          <a:ln w="12700">
            <a:solidFill>
              <a:srgbClr val="071A2F"/>
            </a:solidFill>
            <a:prstDash val="solid"/>
          </a:ln>
        </p:spPr>
      </p:sp>
      <p:sp>
        <p:nvSpPr>
          <p:cNvPr id="38" name="Shape 36"/>
          <p:cNvSpPr/>
          <p:nvPr/>
        </p:nvSpPr>
        <p:spPr>
          <a:xfrm>
            <a:off x="9070848" y="3584448"/>
            <a:ext cx="100584" cy="100584"/>
          </a:xfrm>
          <a:prstGeom prst="rect">
            <a:avLst/>
          </a:prstGeom>
          <a:solidFill>
            <a:srgbClr val="071A2F"/>
          </a:solidFill>
          <a:ln w="12700">
            <a:solidFill>
              <a:srgbClr val="071A2F"/>
            </a:solidFill>
            <a:prstDash val="solid"/>
          </a:ln>
        </p:spPr>
      </p:sp>
      <p:sp>
        <p:nvSpPr>
          <p:cNvPr id="39" name="Shape 37"/>
          <p:cNvSpPr/>
          <p:nvPr/>
        </p:nvSpPr>
        <p:spPr>
          <a:xfrm>
            <a:off x="9235440" y="3584448"/>
            <a:ext cx="100584" cy="100584"/>
          </a:xfrm>
          <a:prstGeom prst="rect">
            <a:avLst/>
          </a:prstGeom>
          <a:solidFill>
            <a:srgbClr val="071A2F"/>
          </a:solidFill>
          <a:ln w="12700">
            <a:solidFill>
              <a:srgbClr val="071A2F"/>
            </a:solidFill>
            <a:prstDash val="solid"/>
          </a:ln>
        </p:spPr>
      </p:sp>
      <p:sp>
        <p:nvSpPr>
          <p:cNvPr id="40" name="Text 38"/>
          <p:cNvSpPr/>
          <p:nvPr/>
        </p:nvSpPr>
        <p:spPr>
          <a:xfrm>
            <a:off x="7498080" y="4160520"/>
            <a:ext cx="2651760" cy="182880"/>
          </a:xfrm>
          <a:prstGeom prst="rect">
            <a:avLst/>
          </a:prstGeom>
          <a:noFill/>
          <a:ln/>
        </p:spPr>
        <p:txBody>
          <a:bodyPr wrap="square" lIns="0" tIns="0" rIns="0" bIns="0" rtlCol="0" anchor="ctr"/>
          <a:lstStyle/>
          <a:p>
            <a:pPr algn="ctr" indent="0" marL="0">
              <a:buNone/>
            </a:pPr>
            <a:r>
              <a:rPr lang="en-US" sz="1150" dirty="0">
                <a:solidFill>
                  <a:srgbClr val="B8C7D9"/>
                </a:solidFill>
              </a:rPr>
              <a:t>Suivre • Émarger • Calculer</a:t>
            </a:r>
            <a:endParaRPr lang="en-US" sz="1150" dirty="0"/>
          </a:p>
        </p:txBody>
      </p:sp>
      <p:sp>
        <p:nvSpPr>
          <p:cNvPr id="25" name="Slide Number Placeholder 0"/>
          <p:cNvSpPr>
            <a:spLocks noGrp="1"/>
          </p:cNvSpPr>
          <p:nvPr>
            <p:ph type="sldNum" sz="quarter" idx="4294967295"/>
          </p:nvPr>
        </p:nvSpPr>
        <p:spPr>
          <a:xfrm>
            <a:off x="11841480" y="6565392"/>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5EEAD4"/>
                </a:solidFill>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1A2F"/>
        </a:solidFill>
      </p:bgPr>
    </p:bg>
    <p:spTree>
      <p:nvGrpSpPr>
        <p:cNvPr id="1" name=""/>
        <p:cNvGrpSpPr/>
        <p:nvPr/>
      </p:nvGrpSpPr>
      <p:grpSpPr>
        <a:xfrm>
          <a:off x="0" y="0"/>
          <a:ext cx="0" cy="0"/>
          <a:chOff x="0" y="0"/>
          <a:chExt cx="0" cy="0"/>
        </a:xfrm>
      </p:grpSpPr>
      <p:sp>
        <p:nvSpPr>
          <p:cNvPr id="2" name="Shape 0"/>
          <p:cNvSpPr/>
          <p:nvPr/>
        </p:nvSpPr>
        <p:spPr>
          <a:xfrm>
            <a:off x="-1005840" y="-822960"/>
            <a:ext cx="4023360" cy="4023360"/>
          </a:xfrm>
          <a:prstGeom prst="ellipse">
            <a:avLst/>
          </a:prstGeom>
          <a:solidFill>
            <a:srgbClr val="0EA5E9">
              <a:alpha val="22000"/>
            </a:srgbClr>
          </a:solidFill>
          <a:ln w="12700">
            <a:solidFill>
              <a:srgbClr val="0EA5E9">
                <a:alpha val="0"/>
              </a:srgbClr>
            </a:solidFill>
            <a:prstDash val="solid"/>
          </a:ln>
        </p:spPr>
      </p:sp>
      <p:sp>
        <p:nvSpPr>
          <p:cNvPr id="3" name="Shape 1"/>
          <p:cNvSpPr/>
          <p:nvPr/>
        </p:nvSpPr>
        <p:spPr>
          <a:xfrm>
            <a:off x="9646920" y="4480560"/>
            <a:ext cx="3383280" cy="3383280"/>
          </a:xfrm>
          <a:prstGeom prst="ellipse">
            <a:avLst/>
          </a:prstGeom>
          <a:solidFill>
            <a:srgbClr val="14B8A6">
              <a:alpha val="18000"/>
            </a:srgbClr>
          </a:solidFill>
          <a:ln w="12700">
            <a:solidFill>
              <a:srgbClr val="14B8A6">
                <a:alpha val="0"/>
              </a:srgbClr>
            </a:solidFill>
            <a:prstDash val="solid"/>
          </a:ln>
        </p:spPr>
      </p:sp>
      <p:sp>
        <p:nvSpPr>
          <p:cNvPr id="4" name="Shape 2"/>
          <p:cNvSpPr/>
          <p:nvPr/>
        </p:nvSpPr>
        <p:spPr>
          <a:xfrm>
            <a:off x="9921240" y="320040"/>
            <a:ext cx="1051560" cy="1051560"/>
          </a:xfrm>
          <a:prstGeom prst="arc">
            <a:avLst/>
          </a:prstGeom>
          <a:noFill/>
          <a:ln w="25400">
            <a:solidFill>
              <a:srgbClr val="5EEAD4">
                <a:alpha val="80000"/>
              </a:srgbClr>
            </a:solidFill>
            <a:prstDash val="solid"/>
          </a:ln>
        </p:spPr>
      </p:sp>
      <p:sp>
        <p:nvSpPr>
          <p:cNvPr id="5" name="Shape 3"/>
          <p:cNvSpPr/>
          <p:nvPr/>
        </p:nvSpPr>
        <p:spPr>
          <a:xfrm>
            <a:off x="10314432" y="713232"/>
            <a:ext cx="1051560" cy="1051560"/>
          </a:xfrm>
          <a:prstGeom prst="arc">
            <a:avLst/>
          </a:prstGeom>
          <a:noFill/>
          <a:ln w="25400">
            <a:solidFill>
              <a:srgbClr val="35C2FF">
                <a:alpha val="65000"/>
              </a:srgbClr>
            </a:solidFill>
            <a:prstDash val="solid"/>
          </a:ln>
        </p:spPr>
      </p:sp>
      <p:sp>
        <p:nvSpPr>
          <p:cNvPr id="6" name="Text 4"/>
          <p:cNvSpPr/>
          <p:nvPr/>
        </p:nvSpPr>
        <p:spPr>
          <a:xfrm>
            <a:off x="566928" y="347472"/>
            <a:ext cx="8412480" cy="384048"/>
          </a:xfrm>
          <a:prstGeom prst="rect">
            <a:avLst/>
          </a:prstGeom>
          <a:noFill/>
          <a:ln/>
        </p:spPr>
        <p:txBody>
          <a:bodyPr wrap="square" lIns="0" tIns="0" rIns="0" bIns="0" rtlCol="0" anchor="ctr"/>
          <a:lstStyle/>
          <a:p>
            <a:pPr indent="0" marL="0">
              <a:buNone/>
            </a:pPr>
            <a:r>
              <a:rPr lang="en-US" sz="2400" b="1" dirty="0">
                <a:solidFill>
                  <a:srgbClr val="F8FAFC"/>
                </a:solidFill>
                <a:latin typeface="Aptos Display" pitchFamily="34" charset="0"/>
                <a:ea typeface="Aptos Display" pitchFamily="34" charset="-122"/>
                <a:cs typeface="Aptos Display" pitchFamily="34" charset="-120"/>
              </a:rPr>
              <a:t>1. EduTrack en une phrase</a:t>
            </a:r>
            <a:endParaRPr lang="en-US" sz="2400" dirty="0"/>
          </a:p>
        </p:txBody>
      </p:sp>
      <p:sp>
        <p:nvSpPr>
          <p:cNvPr id="7" name="Text 5"/>
          <p:cNvSpPr/>
          <p:nvPr/>
        </p:nvSpPr>
        <p:spPr>
          <a:xfrm>
            <a:off x="603504" y="758952"/>
            <a:ext cx="8229600" cy="219456"/>
          </a:xfrm>
          <a:prstGeom prst="rect">
            <a:avLst/>
          </a:prstGeom>
          <a:noFill/>
          <a:ln/>
        </p:spPr>
        <p:txBody>
          <a:bodyPr wrap="square" lIns="0" tIns="0" rIns="0" bIns="0" rtlCol="0" anchor="ctr"/>
          <a:lstStyle/>
          <a:p>
            <a:pPr indent="0" marL="0">
              <a:buNone/>
            </a:pPr>
            <a:r>
              <a:rPr lang="en-US" sz="950" b="1" dirty="0">
                <a:solidFill>
                  <a:srgbClr val="5EEAD4"/>
                </a:solidFill>
              </a:rPr>
              <a:t>Une solution numérique pour fiabiliser le suivi pédagogique</a:t>
            </a:r>
            <a:endParaRPr lang="en-US" sz="950" dirty="0"/>
          </a:p>
        </p:txBody>
      </p:sp>
      <p:sp>
        <p:nvSpPr>
          <p:cNvPr id="8" name="Shape 6"/>
          <p:cNvSpPr/>
          <p:nvPr/>
        </p:nvSpPr>
        <p:spPr>
          <a:xfrm>
            <a:off x="566928" y="1024128"/>
            <a:ext cx="1005840" cy="0"/>
          </a:xfrm>
          <a:prstGeom prst="line">
            <a:avLst/>
          </a:prstGeom>
          <a:noFill/>
          <a:ln w="38100">
            <a:solidFill>
              <a:srgbClr val="35C2FF"/>
            </a:solidFill>
            <a:prstDash val="solid"/>
          </a:ln>
        </p:spPr>
      </p:sp>
      <p:sp>
        <p:nvSpPr>
          <p:cNvPr id="9" name="Shape 7"/>
          <p:cNvSpPr/>
          <p:nvPr/>
        </p:nvSpPr>
        <p:spPr>
          <a:xfrm>
            <a:off x="822960" y="1600200"/>
            <a:ext cx="10515600" cy="1143000"/>
          </a:xfrm>
          <a:prstGeom prst="roundRect">
            <a:avLst>
              <a:gd name="adj" fmla="val 9600"/>
            </a:avLst>
          </a:prstGeom>
          <a:solidFill>
            <a:srgbClr val="082E3C"/>
          </a:solidFill>
          <a:ln w="12700">
            <a:solidFill>
              <a:srgbClr val="5EEAD4">
                <a:alpha val="82000"/>
              </a:srgbClr>
            </a:solidFill>
            <a:prstDash val="solid"/>
          </a:ln>
        </p:spPr>
      </p:sp>
      <p:sp>
        <p:nvSpPr>
          <p:cNvPr id="10" name="Text 8"/>
          <p:cNvSpPr/>
          <p:nvPr/>
        </p:nvSpPr>
        <p:spPr>
          <a:xfrm>
            <a:off x="1143000" y="1920240"/>
            <a:ext cx="9829800" cy="292608"/>
          </a:xfrm>
          <a:prstGeom prst="rect">
            <a:avLst/>
          </a:prstGeom>
          <a:noFill/>
          <a:ln/>
        </p:spPr>
        <p:txBody>
          <a:bodyPr wrap="square" lIns="0" tIns="0" rIns="0" bIns="0" rtlCol="0" anchor="ctr">
            <a:normAutofit/>
          </a:bodyPr>
          <a:lstStyle/>
          <a:p>
            <a:pPr algn="ctr" indent="0" marL="0">
              <a:buNone/>
            </a:pPr>
            <a:r>
              <a:rPr lang="en-US" sz="1800" b="1" dirty="0">
                <a:solidFill>
                  <a:srgbClr val="F8FAFC"/>
                </a:solidFill>
              </a:rPr>
              <a:t>EduTrack centralise les données pédagogiques, automatise l’émargement par QR code et facilite le calcul des honoraires des enseignants.</a:t>
            </a:r>
            <a:endParaRPr lang="en-US" sz="1800" dirty="0"/>
          </a:p>
        </p:txBody>
      </p:sp>
      <p:sp>
        <p:nvSpPr>
          <p:cNvPr id="11" name="Shape 9"/>
          <p:cNvSpPr/>
          <p:nvPr/>
        </p:nvSpPr>
        <p:spPr>
          <a:xfrm>
            <a:off x="914400" y="3429000"/>
            <a:ext cx="2971800" cy="1417320"/>
          </a:xfrm>
          <a:prstGeom prst="roundRect">
            <a:avLst>
              <a:gd name="adj" fmla="val 7742"/>
            </a:avLst>
          </a:prstGeom>
          <a:solidFill>
            <a:srgbClr val="0B2442"/>
          </a:solidFill>
          <a:ln w="12700">
            <a:solidFill>
              <a:srgbClr val="35C2FF">
                <a:alpha val="88000"/>
              </a:srgbClr>
            </a:solidFill>
            <a:prstDash val="solid"/>
          </a:ln>
        </p:spPr>
      </p:sp>
      <p:sp>
        <p:nvSpPr>
          <p:cNvPr id="12" name="Text 10"/>
          <p:cNvSpPr/>
          <p:nvPr/>
        </p:nvSpPr>
        <p:spPr>
          <a:xfrm>
            <a:off x="1143000" y="3767328"/>
            <a:ext cx="2514600" cy="201168"/>
          </a:xfrm>
          <a:prstGeom prst="rect">
            <a:avLst/>
          </a:prstGeom>
          <a:noFill/>
          <a:ln/>
        </p:spPr>
        <p:txBody>
          <a:bodyPr wrap="square" lIns="0" tIns="0" rIns="0" bIns="0" rtlCol="0" anchor="ctr"/>
          <a:lstStyle/>
          <a:p>
            <a:pPr algn="ctr" indent="0" marL="0">
              <a:buNone/>
            </a:pPr>
            <a:r>
              <a:rPr lang="en-US" sz="1700" b="1" dirty="0">
                <a:solidFill>
                  <a:srgbClr val="F8FAFC"/>
                </a:solidFill>
              </a:rPr>
              <a:t>Administrateur</a:t>
            </a:r>
            <a:endParaRPr lang="en-US" sz="1700" dirty="0"/>
          </a:p>
        </p:txBody>
      </p:sp>
      <p:sp>
        <p:nvSpPr>
          <p:cNvPr id="13" name="Text 11"/>
          <p:cNvSpPr/>
          <p:nvPr/>
        </p:nvSpPr>
        <p:spPr>
          <a:xfrm>
            <a:off x="1170432" y="4251960"/>
            <a:ext cx="2468880" cy="164592"/>
          </a:xfrm>
          <a:prstGeom prst="rect">
            <a:avLst/>
          </a:prstGeom>
          <a:noFill/>
          <a:ln/>
        </p:spPr>
        <p:txBody>
          <a:bodyPr wrap="square" lIns="0" tIns="0" rIns="0" bIns="0" rtlCol="0" anchor="ctr"/>
          <a:lstStyle/>
          <a:p>
            <a:pPr algn="ctr" indent="0" marL="0">
              <a:buNone/>
            </a:pPr>
            <a:r>
              <a:rPr lang="en-US" sz="1000" dirty="0">
                <a:solidFill>
                  <a:srgbClr val="B8C7D9"/>
                </a:solidFill>
              </a:rPr>
              <a:t>planifie, contrôle, exporte</a:t>
            </a:r>
            <a:endParaRPr lang="en-US" sz="1000" dirty="0"/>
          </a:p>
        </p:txBody>
      </p:sp>
      <p:sp>
        <p:nvSpPr>
          <p:cNvPr id="14" name="Shape 12"/>
          <p:cNvSpPr/>
          <p:nvPr/>
        </p:nvSpPr>
        <p:spPr>
          <a:xfrm>
            <a:off x="4663440" y="3429000"/>
            <a:ext cx="2971800" cy="1417320"/>
          </a:xfrm>
          <a:prstGeom prst="roundRect">
            <a:avLst>
              <a:gd name="adj" fmla="val 7742"/>
            </a:avLst>
          </a:prstGeom>
          <a:solidFill>
            <a:srgbClr val="0B2442"/>
          </a:solidFill>
          <a:ln w="12700">
            <a:solidFill>
              <a:srgbClr val="22C55E">
                <a:alpha val="88000"/>
              </a:srgbClr>
            </a:solidFill>
            <a:prstDash val="solid"/>
          </a:ln>
        </p:spPr>
      </p:sp>
      <p:sp>
        <p:nvSpPr>
          <p:cNvPr id="15" name="Text 13"/>
          <p:cNvSpPr/>
          <p:nvPr/>
        </p:nvSpPr>
        <p:spPr>
          <a:xfrm>
            <a:off x="4892040" y="3767328"/>
            <a:ext cx="2514600" cy="201168"/>
          </a:xfrm>
          <a:prstGeom prst="rect">
            <a:avLst/>
          </a:prstGeom>
          <a:noFill/>
          <a:ln/>
        </p:spPr>
        <p:txBody>
          <a:bodyPr wrap="square" lIns="0" tIns="0" rIns="0" bIns="0" rtlCol="0" anchor="ctr"/>
          <a:lstStyle/>
          <a:p>
            <a:pPr algn="ctr" indent="0" marL="0">
              <a:buNone/>
            </a:pPr>
            <a:r>
              <a:rPr lang="en-US" sz="1700" b="1" dirty="0">
                <a:solidFill>
                  <a:srgbClr val="F8FAFC"/>
                </a:solidFill>
              </a:rPr>
              <a:t>Enseignant</a:t>
            </a:r>
            <a:endParaRPr lang="en-US" sz="1700" dirty="0"/>
          </a:p>
        </p:txBody>
      </p:sp>
      <p:sp>
        <p:nvSpPr>
          <p:cNvPr id="16" name="Text 14"/>
          <p:cNvSpPr/>
          <p:nvPr/>
        </p:nvSpPr>
        <p:spPr>
          <a:xfrm>
            <a:off x="4919472" y="4251960"/>
            <a:ext cx="2468880" cy="164592"/>
          </a:xfrm>
          <a:prstGeom prst="rect">
            <a:avLst/>
          </a:prstGeom>
          <a:noFill/>
          <a:ln/>
        </p:spPr>
        <p:txBody>
          <a:bodyPr wrap="square" lIns="0" tIns="0" rIns="0" bIns="0" rtlCol="0" anchor="ctr"/>
          <a:lstStyle/>
          <a:p>
            <a:pPr algn="ctr" indent="0" marL="0">
              <a:buNone/>
            </a:pPr>
            <a:r>
              <a:rPr lang="en-US" sz="1000" dirty="0">
                <a:solidFill>
                  <a:srgbClr val="B8C7D9"/>
                </a:solidFill>
              </a:rPr>
              <a:t>scanne, consulte, renseigne</a:t>
            </a:r>
            <a:endParaRPr lang="en-US" sz="1000" dirty="0"/>
          </a:p>
        </p:txBody>
      </p:sp>
      <p:sp>
        <p:nvSpPr>
          <p:cNvPr id="17" name="Shape 15"/>
          <p:cNvSpPr/>
          <p:nvPr/>
        </p:nvSpPr>
        <p:spPr>
          <a:xfrm>
            <a:off x="8412480" y="3429000"/>
            <a:ext cx="2971800" cy="1417320"/>
          </a:xfrm>
          <a:prstGeom prst="roundRect">
            <a:avLst>
              <a:gd name="adj" fmla="val 7742"/>
            </a:avLst>
          </a:prstGeom>
          <a:solidFill>
            <a:srgbClr val="0B2442"/>
          </a:solidFill>
          <a:ln w="12700">
            <a:solidFill>
              <a:srgbClr val="A78BFA">
                <a:alpha val="88000"/>
              </a:srgbClr>
            </a:solidFill>
            <a:prstDash val="solid"/>
          </a:ln>
        </p:spPr>
      </p:sp>
      <p:sp>
        <p:nvSpPr>
          <p:cNvPr id="18" name="Text 16"/>
          <p:cNvSpPr/>
          <p:nvPr/>
        </p:nvSpPr>
        <p:spPr>
          <a:xfrm>
            <a:off x="8641080" y="3767328"/>
            <a:ext cx="2514600" cy="201168"/>
          </a:xfrm>
          <a:prstGeom prst="rect">
            <a:avLst/>
          </a:prstGeom>
          <a:noFill/>
          <a:ln/>
        </p:spPr>
        <p:txBody>
          <a:bodyPr wrap="square" lIns="0" tIns="0" rIns="0" bIns="0" rtlCol="0" anchor="ctr"/>
          <a:lstStyle/>
          <a:p>
            <a:pPr algn="ctr" indent="0" marL="0">
              <a:buNone/>
            </a:pPr>
            <a:r>
              <a:rPr lang="en-US" sz="1700" b="1" dirty="0">
                <a:solidFill>
                  <a:srgbClr val="F8FAFC"/>
                </a:solidFill>
              </a:rPr>
              <a:t>Système</a:t>
            </a:r>
            <a:endParaRPr lang="en-US" sz="1700" dirty="0"/>
          </a:p>
        </p:txBody>
      </p:sp>
      <p:sp>
        <p:nvSpPr>
          <p:cNvPr id="19" name="Text 17"/>
          <p:cNvSpPr/>
          <p:nvPr/>
        </p:nvSpPr>
        <p:spPr>
          <a:xfrm>
            <a:off x="8668512" y="4251960"/>
            <a:ext cx="2468880" cy="164592"/>
          </a:xfrm>
          <a:prstGeom prst="rect">
            <a:avLst/>
          </a:prstGeom>
          <a:noFill/>
          <a:ln/>
        </p:spPr>
        <p:txBody>
          <a:bodyPr wrap="square" lIns="0" tIns="0" rIns="0" bIns="0" rtlCol="0" anchor="ctr"/>
          <a:lstStyle/>
          <a:p>
            <a:pPr algn="ctr" indent="0" marL="0">
              <a:buNone/>
            </a:pPr>
            <a:r>
              <a:rPr lang="en-US" sz="1000" dirty="0">
                <a:solidFill>
                  <a:srgbClr val="B8C7D9"/>
                </a:solidFill>
              </a:rPr>
              <a:t>sécurise, trace, calcule</a:t>
            </a:r>
            <a:endParaRPr lang="en-US" sz="1000" dirty="0"/>
          </a:p>
        </p:txBody>
      </p:sp>
      <p:sp>
        <p:nvSpPr>
          <p:cNvPr id="20" name="Shape 18"/>
          <p:cNvSpPr/>
          <p:nvPr/>
        </p:nvSpPr>
        <p:spPr>
          <a:xfrm>
            <a:off x="3154680" y="5413248"/>
            <a:ext cx="1060704" cy="292608"/>
          </a:xfrm>
          <a:prstGeom prst="roundRect">
            <a:avLst>
              <a:gd name="adj" fmla="val 25000"/>
            </a:avLst>
          </a:prstGeom>
          <a:solidFill>
            <a:srgbClr val="22C55E">
              <a:alpha val="88000"/>
            </a:srgbClr>
          </a:solidFill>
          <a:ln w="12700">
            <a:solidFill>
              <a:srgbClr val="22C55E">
                <a:alpha val="90000"/>
              </a:srgbClr>
            </a:solidFill>
            <a:prstDash val="solid"/>
          </a:ln>
        </p:spPr>
      </p:sp>
      <p:sp>
        <p:nvSpPr>
          <p:cNvPr id="21" name="Text 19"/>
          <p:cNvSpPr/>
          <p:nvPr/>
        </p:nvSpPr>
        <p:spPr>
          <a:xfrm>
            <a:off x="3227832" y="5481828"/>
            <a:ext cx="914400" cy="128016"/>
          </a:xfrm>
          <a:prstGeom prst="rect">
            <a:avLst/>
          </a:prstGeom>
          <a:noFill/>
          <a:ln/>
        </p:spPr>
        <p:txBody>
          <a:bodyPr wrap="square" lIns="0" tIns="0" rIns="0" bIns="0" rtlCol="0" anchor="ctr"/>
          <a:lstStyle/>
          <a:p>
            <a:pPr algn="ctr" indent="0" marL="0">
              <a:buNone/>
            </a:pPr>
            <a:r>
              <a:rPr lang="en-US" sz="750" b="1" dirty="0">
                <a:solidFill>
                  <a:srgbClr val="F8FAFC"/>
                </a:solidFill>
              </a:rPr>
              <a:t>Spring Boot</a:t>
            </a:r>
            <a:endParaRPr lang="en-US" sz="750" dirty="0"/>
          </a:p>
        </p:txBody>
      </p:sp>
      <p:sp>
        <p:nvSpPr>
          <p:cNvPr id="22" name="Shape 20"/>
          <p:cNvSpPr/>
          <p:nvPr/>
        </p:nvSpPr>
        <p:spPr>
          <a:xfrm>
            <a:off x="4389120" y="5413248"/>
            <a:ext cx="896112" cy="292608"/>
          </a:xfrm>
          <a:prstGeom prst="roundRect">
            <a:avLst>
              <a:gd name="adj" fmla="val 25000"/>
            </a:avLst>
          </a:prstGeom>
          <a:solidFill>
            <a:srgbClr val="35C2FF">
              <a:alpha val="88000"/>
            </a:srgbClr>
          </a:solidFill>
          <a:ln w="12700">
            <a:solidFill>
              <a:srgbClr val="35C2FF">
                <a:alpha val="90000"/>
              </a:srgbClr>
            </a:solidFill>
            <a:prstDash val="solid"/>
          </a:ln>
        </p:spPr>
      </p:sp>
      <p:sp>
        <p:nvSpPr>
          <p:cNvPr id="23" name="Text 21"/>
          <p:cNvSpPr/>
          <p:nvPr/>
        </p:nvSpPr>
        <p:spPr>
          <a:xfrm>
            <a:off x="4462272" y="5481828"/>
            <a:ext cx="749808" cy="128016"/>
          </a:xfrm>
          <a:prstGeom prst="rect">
            <a:avLst/>
          </a:prstGeom>
          <a:noFill/>
          <a:ln/>
        </p:spPr>
        <p:txBody>
          <a:bodyPr wrap="square" lIns="0" tIns="0" rIns="0" bIns="0" rtlCol="0" anchor="ctr"/>
          <a:lstStyle/>
          <a:p>
            <a:pPr algn="ctr" indent="0" marL="0">
              <a:buNone/>
            </a:pPr>
            <a:r>
              <a:rPr lang="en-US" sz="750" b="1" dirty="0">
                <a:solidFill>
                  <a:srgbClr val="F8FAFC"/>
                </a:solidFill>
              </a:rPr>
              <a:t>Angular</a:t>
            </a:r>
            <a:endParaRPr lang="en-US" sz="750" dirty="0"/>
          </a:p>
        </p:txBody>
      </p:sp>
      <p:sp>
        <p:nvSpPr>
          <p:cNvPr id="24" name="Shape 22"/>
          <p:cNvSpPr/>
          <p:nvPr/>
        </p:nvSpPr>
        <p:spPr>
          <a:xfrm>
            <a:off x="5458968" y="5413248"/>
            <a:ext cx="749808" cy="292608"/>
          </a:xfrm>
          <a:prstGeom prst="roundRect">
            <a:avLst>
              <a:gd name="adj" fmla="val 25000"/>
            </a:avLst>
          </a:prstGeom>
          <a:solidFill>
            <a:srgbClr val="A78BFA">
              <a:alpha val="88000"/>
            </a:srgbClr>
          </a:solidFill>
          <a:ln w="12700">
            <a:solidFill>
              <a:srgbClr val="A78BFA">
                <a:alpha val="90000"/>
              </a:srgbClr>
            </a:solidFill>
            <a:prstDash val="solid"/>
          </a:ln>
        </p:spPr>
      </p:sp>
      <p:sp>
        <p:nvSpPr>
          <p:cNvPr id="25" name="Text 23"/>
          <p:cNvSpPr/>
          <p:nvPr/>
        </p:nvSpPr>
        <p:spPr>
          <a:xfrm>
            <a:off x="5532120" y="5481828"/>
            <a:ext cx="603504" cy="128016"/>
          </a:xfrm>
          <a:prstGeom prst="rect">
            <a:avLst/>
          </a:prstGeom>
          <a:noFill/>
          <a:ln/>
        </p:spPr>
        <p:txBody>
          <a:bodyPr wrap="square" lIns="0" tIns="0" rIns="0" bIns="0" rtlCol="0" anchor="ctr"/>
          <a:lstStyle/>
          <a:p>
            <a:pPr algn="ctr" indent="0" marL="0">
              <a:buNone/>
            </a:pPr>
            <a:r>
              <a:rPr lang="en-US" sz="750" b="1" dirty="0">
                <a:solidFill>
                  <a:srgbClr val="F8FAFC"/>
                </a:solidFill>
              </a:rPr>
              <a:t>Ionic</a:t>
            </a:r>
            <a:endParaRPr lang="en-US" sz="750" dirty="0"/>
          </a:p>
        </p:txBody>
      </p:sp>
      <p:sp>
        <p:nvSpPr>
          <p:cNvPr id="26" name="Shape 24"/>
          <p:cNvSpPr/>
          <p:nvPr/>
        </p:nvSpPr>
        <p:spPr>
          <a:xfrm>
            <a:off x="6382512" y="5413248"/>
            <a:ext cx="566928" cy="292608"/>
          </a:xfrm>
          <a:prstGeom prst="roundRect">
            <a:avLst>
              <a:gd name="adj" fmla="val 25000"/>
            </a:avLst>
          </a:prstGeom>
          <a:solidFill>
            <a:srgbClr val="F59E0B">
              <a:alpha val="88000"/>
            </a:srgbClr>
          </a:solidFill>
          <a:ln w="12700">
            <a:solidFill>
              <a:srgbClr val="F59E0B">
                <a:alpha val="90000"/>
              </a:srgbClr>
            </a:solidFill>
            <a:prstDash val="solid"/>
          </a:ln>
        </p:spPr>
      </p:sp>
      <p:sp>
        <p:nvSpPr>
          <p:cNvPr id="27" name="Text 25"/>
          <p:cNvSpPr/>
          <p:nvPr/>
        </p:nvSpPr>
        <p:spPr>
          <a:xfrm>
            <a:off x="6455664" y="5481828"/>
            <a:ext cx="420624" cy="128016"/>
          </a:xfrm>
          <a:prstGeom prst="rect">
            <a:avLst/>
          </a:prstGeom>
          <a:noFill/>
          <a:ln/>
        </p:spPr>
        <p:txBody>
          <a:bodyPr wrap="square" lIns="0" tIns="0" rIns="0" bIns="0" rtlCol="0" anchor="ctr"/>
          <a:lstStyle/>
          <a:p>
            <a:pPr algn="ctr" indent="0" marL="0">
              <a:buNone/>
            </a:pPr>
            <a:r>
              <a:rPr lang="en-US" sz="750" b="1" dirty="0">
                <a:solidFill>
                  <a:srgbClr val="F8FAFC"/>
                </a:solidFill>
              </a:rPr>
              <a:t>JWT</a:t>
            </a:r>
            <a:endParaRPr lang="en-US" sz="750" dirty="0"/>
          </a:p>
        </p:txBody>
      </p:sp>
      <p:sp>
        <p:nvSpPr>
          <p:cNvPr id="28" name="Shape 26"/>
          <p:cNvSpPr/>
          <p:nvPr/>
        </p:nvSpPr>
        <p:spPr>
          <a:xfrm>
            <a:off x="7114032" y="5413248"/>
            <a:ext cx="1097280" cy="292608"/>
          </a:xfrm>
          <a:prstGeom prst="roundRect">
            <a:avLst>
              <a:gd name="adj" fmla="val 25000"/>
            </a:avLst>
          </a:prstGeom>
          <a:solidFill>
            <a:srgbClr val="5EEAD4">
              <a:alpha val="88000"/>
            </a:srgbClr>
          </a:solidFill>
          <a:ln w="12700">
            <a:solidFill>
              <a:srgbClr val="5EEAD4">
                <a:alpha val="90000"/>
              </a:srgbClr>
            </a:solidFill>
            <a:prstDash val="solid"/>
          </a:ln>
        </p:spPr>
      </p:sp>
      <p:sp>
        <p:nvSpPr>
          <p:cNvPr id="29" name="Text 27"/>
          <p:cNvSpPr/>
          <p:nvPr/>
        </p:nvSpPr>
        <p:spPr>
          <a:xfrm>
            <a:off x="7187184" y="5481828"/>
            <a:ext cx="950976" cy="128016"/>
          </a:xfrm>
          <a:prstGeom prst="rect">
            <a:avLst/>
          </a:prstGeom>
          <a:noFill/>
          <a:ln/>
        </p:spPr>
        <p:txBody>
          <a:bodyPr wrap="square" lIns="0" tIns="0" rIns="0" bIns="0" rtlCol="0" anchor="ctr"/>
          <a:lstStyle/>
          <a:p>
            <a:pPr algn="ctr" indent="0" marL="0">
              <a:buNone/>
            </a:pPr>
            <a:r>
              <a:rPr lang="en-US" sz="750" b="1" dirty="0">
                <a:solidFill>
                  <a:srgbClr val="F8FAFC"/>
                </a:solidFill>
              </a:rPr>
              <a:t>PostgreSQL</a:t>
            </a:r>
            <a:endParaRPr lang="en-US" sz="750" dirty="0"/>
          </a:p>
        </p:txBody>
      </p:sp>
      <p:sp>
        <p:nvSpPr>
          <p:cNvPr id="25" name="Slide Number Placeholder 0"/>
          <p:cNvSpPr>
            <a:spLocks noGrp="1"/>
          </p:cNvSpPr>
          <p:nvPr>
            <p:ph type="sldNum" sz="quarter" idx="4294967295"/>
          </p:nvPr>
        </p:nvSpPr>
        <p:spPr>
          <a:xfrm>
            <a:off x="11841480" y="6565392"/>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5EEAD4"/>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1A2F"/>
        </a:solidFill>
      </p:bgPr>
    </p:bg>
    <p:spTree>
      <p:nvGrpSpPr>
        <p:cNvPr id="1" name=""/>
        <p:cNvGrpSpPr/>
        <p:nvPr/>
      </p:nvGrpSpPr>
      <p:grpSpPr>
        <a:xfrm>
          <a:off x="0" y="0"/>
          <a:ext cx="0" cy="0"/>
          <a:chOff x="0" y="0"/>
          <a:chExt cx="0" cy="0"/>
        </a:xfrm>
      </p:grpSpPr>
      <p:sp>
        <p:nvSpPr>
          <p:cNvPr id="2" name="Shape 0"/>
          <p:cNvSpPr/>
          <p:nvPr/>
        </p:nvSpPr>
        <p:spPr>
          <a:xfrm>
            <a:off x="-1005840" y="-822960"/>
            <a:ext cx="4023360" cy="4023360"/>
          </a:xfrm>
          <a:prstGeom prst="ellipse">
            <a:avLst/>
          </a:prstGeom>
          <a:solidFill>
            <a:srgbClr val="0EA5E9">
              <a:alpha val="22000"/>
            </a:srgbClr>
          </a:solidFill>
          <a:ln w="12700">
            <a:solidFill>
              <a:srgbClr val="0EA5E9">
                <a:alpha val="0"/>
              </a:srgbClr>
            </a:solidFill>
            <a:prstDash val="solid"/>
          </a:ln>
        </p:spPr>
      </p:sp>
      <p:sp>
        <p:nvSpPr>
          <p:cNvPr id="3" name="Shape 1"/>
          <p:cNvSpPr/>
          <p:nvPr/>
        </p:nvSpPr>
        <p:spPr>
          <a:xfrm>
            <a:off x="9646920" y="4480560"/>
            <a:ext cx="3383280" cy="3383280"/>
          </a:xfrm>
          <a:prstGeom prst="ellipse">
            <a:avLst/>
          </a:prstGeom>
          <a:solidFill>
            <a:srgbClr val="14B8A6">
              <a:alpha val="18000"/>
            </a:srgbClr>
          </a:solidFill>
          <a:ln w="12700">
            <a:solidFill>
              <a:srgbClr val="14B8A6">
                <a:alpha val="0"/>
              </a:srgbClr>
            </a:solidFill>
            <a:prstDash val="solid"/>
          </a:ln>
        </p:spPr>
      </p:sp>
      <p:sp>
        <p:nvSpPr>
          <p:cNvPr id="4" name="Shape 2"/>
          <p:cNvSpPr/>
          <p:nvPr/>
        </p:nvSpPr>
        <p:spPr>
          <a:xfrm>
            <a:off x="9921240" y="320040"/>
            <a:ext cx="1051560" cy="1051560"/>
          </a:xfrm>
          <a:prstGeom prst="arc">
            <a:avLst/>
          </a:prstGeom>
          <a:noFill/>
          <a:ln w="25400">
            <a:solidFill>
              <a:srgbClr val="5EEAD4">
                <a:alpha val="80000"/>
              </a:srgbClr>
            </a:solidFill>
            <a:prstDash val="solid"/>
          </a:ln>
        </p:spPr>
      </p:sp>
      <p:sp>
        <p:nvSpPr>
          <p:cNvPr id="5" name="Shape 3"/>
          <p:cNvSpPr/>
          <p:nvPr/>
        </p:nvSpPr>
        <p:spPr>
          <a:xfrm>
            <a:off x="10314432" y="713232"/>
            <a:ext cx="1051560" cy="1051560"/>
          </a:xfrm>
          <a:prstGeom prst="arc">
            <a:avLst/>
          </a:prstGeom>
          <a:noFill/>
          <a:ln w="25400">
            <a:solidFill>
              <a:srgbClr val="35C2FF">
                <a:alpha val="65000"/>
              </a:srgbClr>
            </a:solidFill>
            <a:prstDash val="solid"/>
          </a:ln>
        </p:spPr>
      </p:sp>
      <p:sp>
        <p:nvSpPr>
          <p:cNvPr id="6" name="Text 4"/>
          <p:cNvSpPr/>
          <p:nvPr/>
        </p:nvSpPr>
        <p:spPr>
          <a:xfrm>
            <a:off x="566928" y="347472"/>
            <a:ext cx="8412480" cy="384048"/>
          </a:xfrm>
          <a:prstGeom prst="rect">
            <a:avLst/>
          </a:prstGeom>
          <a:noFill/>
          <a:ln/>
        </p:spPr>
        <p:txBody>
          <a:bodyPr wrap="square" lIns="0" tIns="0" rIns="0" bIns="0" rtlCol="0" anchor="ctr"/>
          <a:lstStyle/>
          <a:p>
            <a:pPr indent="0" marL="0">
              <a:buNone/>
            </a:pPr>
            <a:r>
              <a:rPr lang="en-US" sz="2400" b="1" dirty="0">
                <a:solidFill>
                  <a:srgbClr val="F8FAFC"/>
                </a:solidFill>
                <a:latin typeface="Aptos Display" pitchFamily="34" charset="0"/>
                <a:ea typeface="Aptos Display" pitchFamily="34" charset="-122"/>
                <a:cs typeface="Aptos Display" pitchFamily="34" charset="-120"/>
              </a:rPr>
              <a:t>2. Le problème à résoudre</a:t>
            </a:r>
            <a:endParaRPr lang="en-US" sz="2400" dirty="0"/>
          </a:p>
        </p:txBody>
      </p:sp>
      <p:sp>
        <p:nvSpPr>
          <p:cNvPr id="7" name="Text 5"/>
          <p:cNvSpPr/>
          <p:nvPr/>
        </p:nvSpPr>
        <p:spPr>
          <a:xfrm>
            <a:off x="603504" y="758952"/>
            <a:ext cx="8229600" cy="219456"/>
          </a:xfrm>
          <a:prstGeom prst="rect">
            <a:avLst/>
          </a:prstGeom>
          <a:noFill/>
          <a:ln/>
        </p:spPr>
        <p:txBody>
          <a:bodyPr wrap="square" lIns="0" tIns="0" rIns="0" bIns="0" rtlCol="0" anchor="ctr"/>
          <a:lstStyle/>
          <a:p>
            <a:pPr indent="0" marL="0">
              <a:buNone/>
            </a:pPr>
            <a:r>
              <a:rPr lang="en-US" sz="950" b="1" dirty="0">
                <a:solidFill>
                  <a:srgbClr val="5EEAD4"/>
                </a:solidFill>
              </a:rPr>
              <a:t>Des processus encore trop manuels et dispersés</a:t>
            </a:r>
            <a:endParaRPr lang="en-US" sz="950" dirty="0"/>
          </a:p>
        </p:txBody>
      </p:sp>
      <p:sp>
        <p:nvSpPr>
          <p:cNvPr id="8" name="Shape 6"/>
          <p:cNvSpPr/>
          <p:nvPr/>
        </p:nvSpPr>
        <p:spPr>
          <a:xfrm>
            <a:off x="566928" y="1024128"/>
            <a:ext cx="1005840" cy="0"/>
          </a:xfrm>
          <a:prstGeom prst="line">
            <a:avLst/>
          </a:prstGeom>
          <a:noFill/>
          <a:ln w="38100">
            <a:solidFill>
              <a:srgbClr val="35C2FF"/>
            </a:solidFill>
            <a:prstDash val="solid"/>
          </a:ln>
        </p:spPr>
      </p:sp>
      <p:sp>
        <p:nvSpPr>
          <p:cNvPr id="9" name="Shape 7"/>
          <p:cNvSpPr/>
          <p:nvPr/>
        </p:nvSpPr>
        <p:spPr>
          <a:xfrm>
            <a:off x="868680" y="1463040"/>
            <a:ext cx="4023360" cy="713232"/>
          </a:xfrm>
          <a:prstGeom prst="roundRect">
            <a:avLst>
              <a:gd name="adj" fmla="val 15385"/>
            </a:avLst>
          </a:prstGeom>
          <a:solidFill>
            <a:srgbClr val="1B2436"/>
          </a:solidFill>
          <a:ln w="12700">
            <a:solidFill>
              <a:srgbClr val="F43F5E">
                <a:alpha val="65000"/>
              </a:srgbClr>
            </a:solidFill>
            <a:prstDash val="solid"/>
          </a:ln>
        </p:spPr>
      </p:sp>
      <p:sp>
        <p:nvSpPr>
          <p:cNvPr id="10" name="Shape 8"/>
          <p:cNvSpPr/>
          <p:nvPr/>
        </p:nvSpPr>
        <p:spPr>
          <a:xfrm>
            <a:off x="1078992" y="1536192"/>
            <a:ext cx="566928" cy="566928"/>
          </a:xfrm>
          <a:prstGeom prst="ellipse">
            <a:avLst/>
          </a:prstGeom>
          <a:solidFill>
            <a:srgbClr val="F43F5E"/>
          </a:solidFill>
          <a:ln w="12700">
            <a:solidFill>
              <a:srgbClr val="F43F5E">
                <a:alpha val="80000"/>
              </a:srgbClr>
            </a:solidFill>
            <a:prstDash val="solid"/>
          </a:ln>
        </p:spPr>
      </p:sp>
      <p:sp>
        <p:nvSpPr>
          <p:cNvPr id="11" name="Text 9"/>
          <p:cNvSpPr/>
          <p:nvPr/>
        </p:nvSpPr>
        <p:spPr>
          <a:xfrm>
            <a:off x="1078992" y="1655064"/>
            <a:ext cx="566928" cy="256032"/>
          </a:xfrm>
          <a:prstGeom prst="rect">
            <a:avLst/>
          </a:prstGeom>
          <a:noFill/>
          <a:ln/>
        </p:spPr>
        <p:txBody>
          <a:bodyPr wrap="square" lIns="0" tIns="0" rIns="0" bIns="0" rtlCol="0" anchor="ctr"/>
          <a:lstStyle/>
          <a:p>
            <a:pPr algn="ctr" indent="0" marL="0">
              <a:buNone/>
            </a:pPr>
            <a:r>
              <a:rPr lang="en-US" sz="1500" b="1" dirty="0">
                <a:solidFill>
                  <a:srgbClr val="FFFFFF"/>
                </a:solidFill>
              </a:rPr>
              <a:t>!</a:t>
            </a:r>
            <a:endParaRPr lang="en-US" sz="1500" dirty="0"/>
          </a:p>
        </p:txBody>
      </p:sp>
      <p:sp>
        <p:nvSpPr>
          <p:cNvPr id="12" name="Text 10"/>
          <p:cNvSpPr/>
          <p:nvPr/>
        </p:nvSpPr>
        <p:spPr>
          <a:xfrm>
            <a:off x="1783080" y="1618488"/>
            <a:ext cx="2011680" cy="146304"/>
          </a:xfrm>
          <a:prstGeom prst="rect">
            <a:avLst/>
          </a:prstGeom>
          <a:noFill/>
          <a:ln/>
        </p:spPr>
        <p:txBody>
          <a:bodyPr wrap="square" lIns="0" tIns="0" rIns="0" bIns="0" rtlCol="0" anchor="ctr"/>
          <a:lstStyle/>
          <a:p>
            <a:pPr indent="0" marL="0">
              <a:buNone/>
            </a:pPr>
            <a:r>
              <a:rPr lang="en-US" sz="1200" b="1" dirty="0">
                <a:solidFill>
                  <a:srgbClr val="F8FAFC"/>
                </a:solidFill>
              </a:rPr>
              <a:t>Feuilles papier</a:t>
            </a:r>
            <a:endParaRPr lang="en-US" sz="1200" dirty="0"/>
          </a:p>
        </p:txBody>
      </p:sp>
      <p:sp>
        <p:nvSpPr>
          <p:cNvPr id="13" name="Text 11"/>
          <p:cNvSpPr/>
          <p:nvPr/>
        </p:nvSpPr>
        <p:spPr>
          <a:xfrm>
            <a:off x="1783080" y="1847088"/>
            <a:ext cx="2377440" cy="109728"/>
          </a:xfrm>
          <a:prstGeom prst="rect">
            <a:avLst/>
          </a:prstGeom>
          <a:noFill/>
          <a:ln/>
        </p:spPr>
        <p:txBody>
          <a:bodyPr wrap="square" lIns="0" tIns="0" rIns="0" bIns="0" rtlCol="0" anchor="ctr"/>
          <a:lstStyle/>
          <a:p>
            <a:pPr indent="0" marL="0">
              <a:buNone/>
            </a:pPr>
            <a:r>
              <a:rPr lang="en-US" sz="830" dirty="0">
                <a:solidFill>
                  <a:srgbClr val="B8C7D9"/>
                </a:solidFill>
              </a:rPr>
              <a:t>présence difficile à tracer</a:t>
            </a:r>
            <a:endParaRPr lang="en-US" sz="830" dirty="0"/>
          </a:p>
        </p:txBody>
      </p:sp>
      <p:sp>
        <p:nvSpPr>
          <p:cNvPr id="14" name="Shape 12"/>
          <p:cNvSpPr/>
          <p:nvPr/>
        </p:nvSpPr>
        <p:spPr>
          <a:xfrm>
            <a:off x="868680" y="2423160"/>
            <a:ext cx="4023360" cy="713232"/>
          </a:xfrm>
          <a:prstGeom prst="roundRect">
            <a:avLst>
              <a:gd name="adj" fmla="val 15385"/>
            </a:avLst>
          </a:prstGeom>
          <a:solidFill>
            <a:srgbClr val="1B2436"/>
          </a:solidFill>
          <a:ln w="12700">
            <a:solidFill>
              <a:srgbClr val="F43F5E">
                <a:alpha val="65000"/>
              </a:srgbClr>
            </a:solidFill>
            <a:prstDash val="solid"/>
          </a:ln>
        </p:spPr>
      </p:sp>
      <p:sp>
        <p:nvSpPr>
          <p:cNvPr id="15" name="Shape 13"/>
          <p:cNvSpPr/>
          <p:nvPr/>
        </p:nvSpPr>
        <p:spPr>
          <a:xfrm>
            <a:off x="1078992" y="2496312"/>
            <a:ext cx="566928" cy="566928"/>
          </a:xfrm>
          <a:prstGeom prst="ellipse">
            <a:avLst/>
          </a:prstGeom>
          <a:solidFill>
            <a:srgbClr val="F43F5E"/>
          </a:solidFill>
          <a:ln w="12700">
            <a:solidFill>
              <a:srgbClr val="F43F5E">
                <a:alpha val="80000"/>
              </a:srgbClr>
            </a:solidFill>
            <a:prstDash val="solid"/>
          </a:ln>
        </p:spPr>
      </p:sp>
      <p:sp>
        <p:nvSpPr>
          <p:cNvPr id="16" name="Text 14"/>
          <p:cNvSpPr/>
          <p:nvPr/>
        </p:nvSpPr>
        <p:spPr>
          <a:xfrm>
            <a:off x="1078992" y="2615184"/>
            <a:ext cx="566928" cy="256032"/>
          </a:xfrm>
          <a:prstGeom prst="rect">
            <a:avLst/>
          </a:prstGeom>
          <a:noFill/>
          <a:ln/>
        </p:spPr>
        <p:txBody>
          <a:bodyPr wrap="square" lIns="0" tIns="0" rIns="0" bIns="0" rtlCol="0" anchor="ctr"/>
          <a:lstStyle/>
          <a:p>
            <a:pPr algn="ctr" indent="0" marL="0">
              <a:buNone/>
            </a:pPr>
            <a:r>
              <a:rPr lang="en-US" sz="1500" b="1" dirty="0">
                <a:solidFill>
                  <a:srgbClr val="FFFFFF"/>
                </a:solidFill>
              </a:rPr>
              <a:t>!</a:t>
            </a:r>
            <a:endParaRPr lang="en-US" sz="1500" dirty="0"/>
          </a:p>
        </p:txBody>
      </p:sp>
      <p:sp>
        <p:nvSpPr>
          <p:cNvPr id="17" name="Text 15"/>
          <p:cNvSpPr/>
          <p:nvPr/>
        </p:nvSpPr>
        <p:spPr>
          <a:xfrm>
            <a:off x="1783080" y="2578608"/>
            <a:ext cx="2011680" cy="146304"/>
          </a:xfrm>
          <a:prstGeom prst="rect">
            <a:avLst/>
          </a:prstGeom>
          <a:noFill/>
          <a:ln/>
        </p:spPr>
        <p:txBody>
          <a:bodyPr wrap="square" lIns="0" tIns="0" rIns="0" bIns="0" rtlCol="0" anchor="ctr"/>
          <a:lstStyle/>
          <a:p>
            <a:pPr indent="0" marL="0">
              <a:buNone/>
            </a:pPr>
            <a:r>
              <a:rPr lang="en-US" sz="1200" b="1" dirty="0">
                <a:solidFill>
                  <a:srgbClr val="F8FAFC"/>
                </a:solidFill>
              </a:rPr>
              <a:t>Fichiers éparpillés</a:t>
            </a:r>
            <a:endParaRPr lang="en-US" sz="1200" dirty="0"/>
          </a:p>
        </p:txBody>
      </p:sp>
      <p:sp>
        <p:nvSpPr>
          <p:cNvPr id="18" name="Text 16"/>
          <p:cNvSpPr/>
          <p:nvPr/>
        </p:nvSpPr>
        <p:spPr>
          <a:xfrm>
            <a:off x="1783080" y="2807208"/>
            <a:ext cx="2377440" cy="109728"/>
          </a:xfrm>
          <a:prstGeom prst="rect">
            <a:avLst/>
          </a:prstGeom>
          <a:noFill/>
          <a:ln/>
        </p:spPr>
        <p:txBody>
          <a:bodyPr wrap="square" lIns="0" tIns="0" rIns="0" bIns="0" rtlCol="0" anchor="ctr"/>
          <a:lstStyle/>
          <a:p>
            <a:pPr indent="0" marL="0">
              <a:buNone/>
            </a:pPr>
            <a:r>
              <a:rPr lang="en-US" sz="830" dirty="0">
                <a:solidFill>
                  <a:srgbClr val="B8C7D9"/>
                </a:solidFill>
              </a:rPr>
              <a:t>doublons et pertes</a:t>
            </a:r>
            <a:endParaRPr lang="en-US" sz="830" dirty="0"/>
          </a:p>
        </p:txBody>
      </p:sp>
      <p:sp>
        <p:nvSpPr>
          <p:cNvPr id="19" name="Shape 17"/>
          <p:cNvSpPr/>
          <p:nvPr/>
        </p:nvSpPr>
        <p:spPr>
          <a:xfrm>
            <a:off x="868680" y="3383280"/>
            <a:ext cx="4023360" cy="713232"/>
          </a:xfrm>
          <a:prstGeom prst="roundRect">
            <a:avLst>
              <a:gd name="adj" fmla="val 15385"/>
            </a:avLst>
          </a:prstGeom>
          <a:solidFill>
            <a:srgbClr val="1B2436"/>
          </a:solidFill>
          <a:ln w="12700">
            <a:solidFill>
              <a:srgbClr val="F43F5E">
                <a:alpha val="65000"/>
              </a:srgbClr>
            </a:solidFill>
            <a:prstDash val="solid"/>
          </a:ln>
        </p:spPr>
      </p:sp>
      <p:sp>
        <p:nvSpPr>
          <p:cNvPr id="20" name="Shape 18"/>
          <p:cNvSpPr/>
          <p:nvPr/>
        </p:nvSpPr>
        <p:spPr>
          <a:xfrm>
            <a:off x="1078992" y="3456432"/>
            <a:ext cx="566928" cy="566928"/>
          </a:xfrm>
          <a:prstGeom prst="ellipse">
            <a:avLst/>
          </a:prstGeom>
          <a:solidFill>
            <a:srgbClr val="F43F5E"/>
          </a:solidFill>
          <a:ln w="12700">
            <a:solidFill>
              <a:srgbClr val="F43F5E">
                <a:alpha val="80000"/>
              </a:srgbClr>
            </a:solidFill>
            <a:prstDash val="solid"/>
          </a:ln>
        </p:spPr>
      </p:sp>
      <p:sp>
        <p:nvSpPr>
          <p:cNvPr id="21" name="Text 19"/>
          <p:cNvSpPr/>
          <p:nvPr/>
        </p:nvSpPr>
        <p:spPr>
          <a:xfrm>
            <a:off x="1078992" y="3575304"/>
            <a:ext cx="566928" cy="256032"/>
          </a:xfrm>
          <a:prstGeom prst="rect">
            <a:avLst/>
          </a:prstGeom>
          <a:noFill/>
          <a:ln/>
        </p:spPr>
        <p:txBody>
          <a:bodyPr wrap="square" lIns="0" tIns="0" rIns="0" bIns="0" rtlCol="0" anchor="ctr"/>
          <a:lstStyle/>
          <a:p>
            <a:pPr algn="ctr" indent="0" marL="0">
              <a:buNone/>
            </a:pPr>
            <a:r>
              <a:rPr lang="en-US" sz="1500" b="1" dirty="0">
                <a:solidFill>
                  <a:srgbClr val="FFFFFF"/>
                </a:solidFill>
              </a:rPr>
              <a:t>!</a:t>
            </a:r>
            <a:endParaRPr lang="en-US" sz="1500" dirty="0"/>
          </a:p>
        </p:txBody>
      </p:sp>
      <p:sp>
        <p:nvSpPr>
          <p:cNvPr id="22" name="Text 20"/>
          <p:cNvSpPr/>
          <p:nvPr/>
        </p:nvSpPr>
        <p:spPr>
          <a:xfrm>
            <a:off x="1783080" y="3538728"/>
            <a:ext cx="2011680" cy="146304"/>
          </a:xfrm>
          <a:prstGeom prst="rect">
            <a:avLst/>
          </a:prstGeom>
          <a:noFill/>
          <a:ln/>
        </p:spPr>
        <p:txBody>
          <a:bodyPr wrap="square" lIns="0" tIns="0" rIns="0" bIns="0" rtlCol="0" anchor="ctr"/>
          <a:lstStyle/>
          <a:p>
            <a:pPr indent="0" marL="0">
              <a:buNone/>
            </a:pPr>
            <a:r>
              <a:rPr lang="en-US" sz="1200" b="1" dirty="0">
                <a:solidFill>
                  <a:srgbClr val="F8FAFC"/>
                </a:solidFill>
              </a:rPr>
              <a:t>Calcul manuel</a:t>
            </a:r>
            <a:endParaRPr lang="en-US" sz="1200" dirty="0"/>
          </a:p>
        </p:txBody>
      </p:sp>
      <p:sp>
        <p:nvSpPr>
          <p:cNvPr id="23" name="Text 21"/>
          <p:cNvSpPr/>
          <p:nvPr/>
        </p:nvSpPr>
        <p:spPr>
          <a:xfrm>
            <a:off x="1783080" y="3767328"/>
            <a:ext cx="2377440" cy="109728"/>
          </a:xfrm>
          <a:prstGeom prst="rect">
            <a:avLst/>
          </a:prstGeom>
          <a:noFill/>
          <a:ln/>
        </p:spPr>
        <p:txBody>
          <a:bodyPr wrap="square" lIns="0" tIns="0" rIns="0" bIns="0" rtlCol="0" anchor="ctr"/>
          <a:lstStyle/>
          <a:p>
            <a:pPr indent="0" marL="0">
              <a:buNone/>
            </a:pPr>
            <a:r>
              <a:rPr lang="en-US" sz="830" dirty="0">
                <a:solidFill>
                  <a:srgbClr val="B8C7D9"/>
                </a:solidFill>
              </a:rPr>
              <a:t>honoraires lents</a:t>
            </a:r>
            <a:endParaRPr lang="en-US" sz="830" dirty="0"/>
          </a:p>
        </p:txBody>
      </p:sp>
      <p:sp>
        <p:nvSpPr>
          <p:cNvPr id="24" name="Shape 22"/>
          <p:cNvSpPr/>
          <p:nvPr/>
        </p:nvSpPr>
        <p:spPr>
          <a:xfrm>
            <a:off x="868680" y="4343400"/>
            <a:ext cx="4023360" cy="713232"/>
          </a:xfrm>
          <a:prstGeom prst="roundRect">
            <a:avLst>
              <a:gd name="adj" fmla="val 15385"/>
            </a:avLst>
          </a:prstGeom>
          <a:solidFill>
            <a:srgbClr val="1B2436"/>
          </a:solidFill>
          <a:ln w="12700">
            <a:solidFill>
              <a:srgbClr val="F43F5E">
                <a:alpha val="65000"/>
              </a:srgbClr>
            </a:solidFill>
            <a:prstDash val="solid"/>
          </a:ln>
        </p:spPr>
      </p:sp>
      <p:sp>
        <p:nvSpPr>
          <p:cNvPr id="25" name="Shape 23"/>
          <p:cNvSpPr/>
          <p:nvPr/>
        </p:nvSpPr>
        <p:spPr>
          <a:xfrm>
            <a:off x="1078992" y="4416552"/>
            <a:ext cx="566928" cy="566928"/>
          </a:xfrm>
          <a:prstGeom prst="ellipse">
            <a:avLst/>
          </a:prstGeom>
          <a:solidFill>
            <a:srgbClr val="F43F5E"/>
          </a:solidFill>
          <a:ln w="12700">
            <a:solidFill>
              <a:srgbClr val="F43F5E">
                <a:alpha val="80000"/>
              </a:srgbClr>
            </a:solidFill>
            <a:prstDash val="solid"/>
          </a:ln>
        </p:spPr>
      </p:sp>
      <p:sp>
        <p:nvSpPr>
          <p:cNvPr id="26" name="Text 24"/>
          <p:cNvSpPr/>
          <p:nvPr/>
        </p:nvSpPr>
        <p:spPr>
          <a:xfrm>
            <a:off x="1078992" y="4535424"/>
            <a:ext cx="566928" cy="256032"/>
          </a:xfrm>
          <a:prstGeom prst="rect">
            <a:avLst/>
          </a:prstGeom>
          <a:noFill/>
          <a:ln/>
        </p:spPr>
        <p:txBody>
          <a:bodyPr wrap="square" lIns="0" tIns="0" rIns="0" bIns="0" rtlCol="0" anchor="ctr"/>
          <a:lstStyle/>
          <a:p>
            <a:pPr algn="ctr" indent="0" marL="0">
              <a:buNone/>
            </a:pPr>
            <a:r>
              <a:rPr lang="en-US" sz="1500" b="1" dirty="0">
                <a:solidFill>
                  <a:srgbClr val="FFFFFF"/>
                </a:solidFill>
              </a:rPr>
              <a:t>!</a:t>
            </a:r>
            <a:endParaRPr lang="en-US" sz="1500" dirty="0"/>
          </a:p>
        </p:txBody>
      </p:sp>
      <p:sp>
        <p:nvSpPr>
          <p:cNvPr id="27" name="Text 25"/>
          <p:cNvSpPr/>
          <p:nvPr/>
        </p:nvSpPr>
        <p:spPr>
          <a:xfrm>
            <a:off x="1783080" y="4498848"/>
            <a:ext cx="2011680" cy="146304"/>
          </a:xfrm>
          <a:prstGeom prst="rect">
            <a:avLst/>
          </a:prstGeom>
          <a:noFill/>
          <a:ln/>
        </p:spPr>
        <p:txBody>
          <a:bodyPr wrap="square" lIns="0" tIns="0" rIns="0" bIns="0" rtlCol="0" anchor="ctr"/>
          <a:lstStyle/>
          <a:p>
            <a:pPr indent="0" marL="0">
              <a:buNone/>
            </a:pPr>
            <a:r>
              <a:rPr lang="en-US" sz="1200" b="1" dirty="0">
                <a:solidFill>
                  <a:srgbClr val="F8FAFC"/>
                </a:solidFill>
              </a:rPr>
              <a:t>Peu de visibilité</a:t>
            </a:r>
            <a:endParaRPr lang="en-US" sz="1200" dirty="0"/>
          </a:p>
        </p:txBody>
      </p:sp>
      <p:sp>
        <p:nvSpPr>
          <p:cNvPr id="28" name="Text 26"/>
          <p:cNvSpPr/>
          <p:nvPr/>
        </p:nvSpPr>
        <p:spPr>
          <a:xfrm>
            <a:off x="1783080" y="4727448"/>
            <a:ext cx="2377440" cy="109728"/>
          </a:xfrm>
          <a:prstGeom prst="rect">
            <a:avLst/>
          </a:prstGeom>
          <a:noFill/>
          <a:ln/>
        </p:spPr>
        <p:txBody>
          <a:bodyPr wrap="square" lIns="0" tIns="0" rIns="0" bIns="0" rtlCol="0" anchor="ctr"/>
          <a:lstStyle/>
          <a:p>
            <a:pPr indent="0" marL="0">
              <a:buNone/>
            </a:pPr>
            <a:r>
              <a:rPr lang="en-US" sz="830" dirty="0">
                <a:solidFill>
                  <a:srgbClr val="B8C7D9"/>
                </a:solidFill>
              </a:rPr>
              <a:t>décisions tardives</a:t>
            </a:r>
            <a:endParaRPr lang="en-US" sz="830" dirty="0"/>
          </a:p>
        </p:txBody>
      </p:sp>
      <p:sp>
        <p:nvSpPr>
          <p:cNvPr id="29" name="Shape 27"/>
          <p:cNvSpPr/>
          <p:nvPr/>
        </p:nvSpPr>
        <p:spPr>
          <a:xfrm>
            <a:off x="5440680" y="2971800"/>
            <a:ext cx="914400" cy="640080"/>
          </a:xfrm>
          <a:prstGeom prst="chevron">
            <a:avLst/>
          </a:prstGeom>
          <a:solidFill>
            <a:srgbClr val="5EEAD4"/>
          </a:solidFill>
          <a:ln w="12700">
            <a:solidFill>
              <a:srgbClr val="5EEAD4"/>
            </a:solidFill>
            <a:prstDash val="solid"/>
          </a:ln>
        </p:spPr>
      </p:sp>
      <p:sp>
        <p:nvSpPr>
          <p:cNvPr id="30" name="Shape 28"/>
          <p:cNvSpPr/>
          <p:nvPr/>
        </p:nvSpPr>
        <p:spPr>
          <a:xfrm>
            <a:off x="6903720" y="1463040"/>
            <a:ext cx="4343400" cy="3657600"/>
          </a:xfrm>
          <a:prstGeom prst="roundRect">
            <a:avLst>
              <a:gd name="adj" fmla="val 3000"/>
            </a:avLst>
          </a:prstGeom>
          <a:solidFill>
            <a:srgbClr val="092B45"/>
          </a:solidFill>
          <a:ln w="12700">
            <a:solidFill>
              <a:srgbClr val="5EEAD4">
                <a:alpha val="88000"/>
              </a:srgbClr>
            </a:solidFill>
            <a:prstDash val="solid"/>
          </a:ln>
        </p:spPr>
      </p:sp>
      <p:sp>
        <p:nvSpPr>
          <p:cNvPr id="31" name="Text 29"/>
          <p:cNvSpPr/>
          <p:nvPr/>
        </p:nvSpPr>
        <p:spPr>
          <a:xfrm>
            <a:off x="7406640" y="1828800"/>
            <a:ext cx="3291840" cy="292608"/>
          </a:xfrm>
          <a:prstGeom prst="rect">
            <a:avLst/>
          </a:prstGeom>
          <a:noFill/>
          <a:ln/>
        </p:spPr>
        <p:txBody>
          <a:bodyPr wrap="square" lIns="0" tIns="0" rIns="0" bIns="0" rtlCol="0" anchor="ctr"/>
          <a:lstStyle/>
          <a:p>
            <a:pPr algn="ctr" indent="0" marL="0">
              <a:buNone/>
            </a:pPr>
            <a:r>
              <a:rPr lang="en-US" sz="2200" b="1" dirty="0">
                <a:solidFill>
                  <a:srgbClr val="F8FAFC"/>
                </a:solidFill>
              </a:rPr>
              <a:t>Objectif</a:t>
            </a:r>
            <a:endParaRPr lang="en-US" sz="2200" dirty="0"/>
          </a:p>
        </p:txBody>
      </p:sp>
      <p:sp>
        <p:nvSpPr>
          <p:cNvPr id="32" name="Text 30"/>
          <p:cNvSpPr/>
          <p:nvPr/>
        </p:nvSpPr>
        <p:spPr>
          <a:xfrm>
            <a:off x="7315200" y="2578608"/>
            <a:ext cx="3520440" cy="566928"/>
          </a:xfrm>
          <a:prstGeom prst="rect">
            <a:avLst/>
          </a:prstGeom>
          <a:noFill/>
          <a:ln/>
        </p:spPr>
        <p:txBody>
          <a:bodyPr wrap="square" lIns="0" tIns="0" rIns="0" bIns="0" rtlCol="0" anchor="ctr">
            <a:normAutofit/>
          </a:bodyPr>
          <a:lstStyle/>
          <a:p>
            <a:pPr algn="ctr" indent="0" marL="0">
              <a:buNone/>
            </a:pPr>
            <a:r>
              <a:rPr lang="en-US" sz="1800" b="1" dirty="0">
                <a:solidFill>
                  <a:srgbClr val="5EEAD4"/>
                </a:solidFill>
              </a:rPr>
              <a:t>Passer d’une gestion fragmentée à un système centralisé, fiable et traçable.</a:t>
            </a:r>
            <a:endParaRPr lang="en-US" sz="1800" dirty="0"/>
          </a:p>
        </p:txBody>
      </p:sp>
      <p:sp>
        <p:nvSpPr>
          <p:cNvPr id="33" name="Text 31"/>
          <p:cNvSpPr/>
          <p:nvPr/>
        </p:nvSpPr>
        <p:spPr>
          <a:xfrm>
            <a:off x="7315200" y="4069080"/>
            <a:ext cx="3520440" cy="182880"/>
          </a:xfrm>
          <a:prstGeom prst="rect">
            <a:avLst/>
          </a:prstGeom>
          <a:noFill/>
          <a:ln/>
        </p:spPr>
        <p:txBody>
          <a:bodyPr wrap="square" lIns="0" tIns="0" rIns="0" bIns="0" rtlCol="0" anchor="ctr"/>
          <a:lstStyle/>
          <a:p>
            <a:pPr algn="ctr" indent="0" marL="0">
              <a:buNone/>
            </a:pPr>
            <a:r>
              <a:rPr lang="en-US" sz="1300" b="1" dirty="0">
                <a:solidFill>
                  <a:srgbClr val="F8FAFC"/>
                </a:solidFill>
              </a:rPr>
              <a:t>Centraliser • Automatiser • Tracer</a:t>
            </a:r>
            <a:endParaRPr lang="en-US" sz="1300" dirty="0"/>
          </a:p>
        </p:txBody>
      </p:sp>
      <p:sp>
        <p:nvSpPr>
          <p:cNvPr id="25" name="Slide Number Placeholder 0"/>
          <p:cNvSpPr>
            <a:spLocks noGrp="1"/>
          </p:cNvSpPr>
          <p:nvPr>
            <p:ph type="sldNum" sz="quarter" idx="4294967295"/>
          </p:nvPr>
        </p:nvSpPr>
        <p:spPr>
          <a:xfrm>
            <a:off x="11841480" y="6565392"/>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5EEAD4"/>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1A2F"/>
        </a:solidFill>
      </p:bgPr>
    </p:bg>
    <p:spTree>
      <p:nvGrpSpPr>
        <p:cNvPr id="1" name=""/>
        <p:cNvGrpSpPr/>
        <p:nvPr/>
      </p:nvGrpSpPr>
      <p:grpSpPr>
        <a:xfrm>
          <a:off x="0" y="0"/>
          <a:ext cx="0" cy="0"/>
          <a:chOff x="0" y="0"/>
          <a:chExt cx="0" cy="0"/>
        </a:xfrm>
      </p:grpSpPr>
      <p:sp>
        <p:nvSpPr>
          <p:cNvPr id="2" name="Shape 0"/>
          <p:cNvSpPr/>
          <p:nvPr/>
        </p:nvSpPr>
        <p:spPr>
          <a:xfrm>
            <a:off x="-1005840" y="-822960"/>
            <a:ext cx="4023360" cy="4023360"/>
          </a:xfrm>
          <a:prstGeom prst="ellipse">
            <a:avLst/>
          </a:prstGeom>
          <a:solidFill>
            <a:srgbClr val="0EA5E9">
              <a:alpha val="22000"/>
            </a:srgbClr>
          </a:solidFill>
          <a:ln w="12700">
            <a:solidFill>
              <a:srgbClr val="0EA5E9">
                <a:alpha val="0"/>
              </a:srgbClr>
            </a:solidFill>
            <a:prstDash val="solid"/>
          </a:ln>
        </p:spPr>
      </p:sp>
      <p:sp>
        <p:nvSpPr>
          <p:cNvPr id="3" name="Shape 1"/>
          <p:cNvSpPr/>
          <p:nvPr/>
        </p:nvSpPr>
        <p:spPr>
          <a:xfrm>
            <a:off x="9646920" y="4480560"/>
            <a:ext cx="3383280" cy="3383280"/>
          </a:xfrm>
          <a:prstGeom prst="ellipse">
            <a:avLst/>
          </a:prstGeom>
          <a:solidFill>
            <a:srgbClr val="14B8A6">
              <a:alpha val="18000"/>
            </a:srgbClr>
          </a:solidFill>
          <a:ln w="12700">
            <a:solidFill>
              <a:srgbClr val="14B8A6">
                <a:alpha val="0"/>
              </a:srgbClr>
            </a:solidFill>
            <a:prstDash val="solid"/>
          </a:ln>
        </p:spPr>
      </p:sp>
      <p:sp>
        <p:nvSpPr>
          <p:cNvPr id="4" name="Shape 2"/>
          <p:cNvSpPr/>
          <p:nvPr/>
        </p:nvSpPr>
        <p:spPr>
          <a:xfrm>
            <a:off x="9921240" y="320040"/>
            <a:ext cx="1051560" cy="1051560"/>
          </a:xfrm>
          <a:prstGeom prst="arc">
            <a:avLst/>
          </a:prstGeom>
          <a:noFill/>
          <a:ln w="25400">
            <a:solidFill>
              <a:srgbClr val="5EEAD4">
                <a:alpha val="80000"/>
              </a:srgbClr>
            </a:solidFill>
            <a:prstDash val="solid"/>
          </a:ln>
        </p:spPr>
      </p:sp>
      <p:sp>
        <p:nvSpPr>
          <p:cNvPr id="5" name="Shape 3"/>
          <p:cNvSpPr/>
          <p:nvPr/>
        </p:nvSpPr>
        <p:spPr>
          <a:xfrm>
            <a:off x="10314432" y="713232"/>
            <a:ext cx="1051560" cy="1051560"/>
          </a:xfrm>
          <a:prstGeom prst="arc">
            <a:avLst/>
          </a:prstGeom>
          <a:noFill/>
          <a:ln w="25400">
            <a:solidFill>
              <a:srgbClr val="35C2FF">
                <a:alpha val="65000"/>
              </a:srgbClr>
            </a:solidFill>
            <a:prstDash val="solid"/>
          </a:ln>
        </p:spPr>
      </p:sp>
      <p:sp>
        <p:nvSpPr>
          <p:cNvPr id="6" name="Text 4"/>
          <p:cNvSpPr/>
          <p:nvPr/>
        </p:nvSpPr>
        <p:spPr>
          <a:xfrm>
            <a:off x="566928" y="347472"/>
            <a:ext cx="8412480" cy="384048"/>
          </a:xfrm>
          <a:prstGeom prst="rect">
            <a:avLst/>
          </a:prstGeom>
          <a:noFill/>
          <a:ln/>
        </p:spPr>
        <p:txBody>
          <a:bodyPr wrap="square" lIns="0" tIns="0" rIns="0" bIns="0" rtlCol="0" anchor="ctr"/>
          <a:lstStyle/>
          <a:p>
            <a:pPr indent="0" marL="0">
              <a:buNone/>
            </a:pPr>
            <a:r>
              <a:rPr lang="en-US" sz="2400" b="1" dirty="0">
                <a:solidFill>
                  <a:srgbClr val="F8FAFC"/>
                </a:solidFill>
                <a:latin typeface="Aptos Display" pitchFamily="34" charset="0"/>
                <a:ea typeface="Aptos Display" pitchFamily="34" charset="-122"/>
                <a:cs typeface="Aptos Display" pitchFamily="34" charset="-120"/>
              </a:rPr>
              <a:t>3. La solution proposée</a:t>
            </a:r>
            <a:endParaRPr lang="en-US" sz="2400" dirty="0"/>
          </a:p>
        </p:txBody>
      </p:sp>
      <p:sp>
        <p:nvSpPr>
          <p:cNvPr id="7" name="Text 5"/>
          <p:cNvSpPr/>
          <p:nvPr/>
        </p:nvSpPr>
        <p:spPr>
          <a:xfrm>
            <a:off x="603504" y="758952"/>
            <a:ext cx="8229600" cy="219456"/>
          </a:xfrm>
          <a:prstGeom prst="rect">
            <a:avLst/>
          </a:prstGeom>
          <a:noFill/>
          <a:ln/>
        </p:spPr>
        <p:txBody>
          <a:bodyPr wrap="square" lIns="0" tIns="0" rIns="0" bIns="0" rtlCol="0" anchor="ctr"/>
          <a:lstStyle/>
          <a:p>
            <a:pPr indent="0" marL="0">
              <a:buNone/>
            </a:pPr>
            <a:r>
              <a:rPr lang="en-US" sz="950" b="1" dirty="0">
                <a:solidFill>
                  <a:srgbClr val="5EEAD4"/>
                </a:solidFill>
              </a:rPr>
              <a:t>Trois composants, un seul système cohérent</a:t>
            </a:r>
            <a:endParaRPr lang="en-US" sz="950" dirty="0"/>
          </a:p>
        </p:txBody>
      </p:sp>
      <p:sp>
        <p:nvSpPr>
          <p:cNvPr id="8" name="Shape 6"/>
          <p:cNvSpPr/>
          <p:nvPr/>
        </p:nvSpPr>
        <p:spPr>
          <a:xfrm>
            <a:off x="566928" y="1024128"/>
            <a:ext cx="1005840" cy="0"/>
          </a:xfrm>
          <a:prstGeom prst="line">
            <a:avLst/>
          </a:prstGeom>
          <a:noFill/>
          <a:ln w="38100">
            <a:solidFill>
              <a:srgbClr val="35C2FF"/>
            </a:solidFill>
            <a:prstDash val="solid"/>
          </a:ln>
        </p:spPr>
      </p:sp>
      <p:sp>
        <p:nvSpPr>
          <p:cNvPr id="9" name="Shape 7"/>
          <p:cNvSpPr/>
          <p:nvPr/>
        </p:nvSpPr>
        <p:spPr>
          <a:xfrm>
            <a:off x="685800" y="1508760"/>
            <a:ext cx="3154680" cy="4206240"/>
          </a:xfrm>
          <a:prstGeom prst="roundRect">
            <a:avLst>
              <a:gd name="adj" fmla="val 3478"/>
            </a:avLst>
          </a:prstGeom>
          <a:solidFill>
            <a:srgbClr val="0B2442"/>
          </a:solidFill>
          <a:ln w="12700">
            <a:solidFill>
              <a:srgbClr val="35C2FF">
                <a:alpha val="88000"/>
              </a:srgbClr>
            </a:solidFill>
            <a:prstDash val="solid"/>
          </a:ln>
        </p:spPr>
      </p:sp>
      <p:sp>
        <p:nvSpPr>
          <p:cNvPr id="10" name="Shape 8"/>
          <p:cNvSpPr/>
          <p:nvPr/>
        </p:nvSpPr>
        <p:spPr>
          <a:xfrm>
            <a:off x="1005840" y="1874520"/>
            <a:ext cx="566928" cy="566928"/>
          </a:xfrm>
          <a:prstGeom prst="ellipse">
            <a:avLst/>
          </a:prstGeom>
          <a:solidFill>
            <a:srgbClr val="35C2FF"/>
          </a:solidFill>
          <a:ln w="12700">
            <a:solidFill>
              <a:srgbClr val="35C2FF">
                <a:alpha val="80000"/>
              </a:srgbClr>
            </a:solidFill>
            <a:prstDash val="solid"/>
          </a:ln>
        </p:spPr>
      </p:sp>
      <p:sp>
        <p:nvSpPr>
          <p:cNvPr id="11" name="Text 9"/>
          <p:cNvSpPr/>
          <p:nvPr/>
        </p:nvSpPr>
        <p:spPr>
          <a:xfrm>
            <a:off x="1005840" y="1993392"/>
            <a:ext cx="566928" cy="256032"/>
          </a:xfrm>
          <a:prstGeom prst="rect">
            <a:avLst/>
          </a:prstGeom>
          <a:noFill/>
          <a:ln/>
        </p:spPr>
        <p:txBody>
          <a:bodyPr wrap="square" lIns="0" tIns="0" rIns="0" bIns="0" rtlCol="0" anchor="ctr"/>
          <a:lstStyle/>
          <a:p>
            <a:pPr algn="ctr" indent="0" marL="0">
              <a:buNone/>
            </a:pPr>
            <a:r>
              <a:rPr lang="en-US" sz="1500" b="1" dirty="0">
                <a:solidFill>
                  <a:srgbClr val="FFFFFF"/>
                </a:solidFill>
              </a:rPr>
              <a:t>A</a:t>
            </a:r>
            <a:endParaRPr lang="en-US" sz="1500" dirty="0"/>
          </a:p>
        </p:txBody>
      </p:sp>
      <p:sp>
        <p:nvSpPr>
          <p:cNvPr id="12" name="Text 10"/>
          <p:cNvSpPr/>
          <p:nvPr/>
        </p:nvSpPr>
        <p:spPr>
          <a:xfrm>
            <a:off x="1655064" y="1847088"/>
            <a:ext cx="1783080" cy="146304"/>
          </a:xfrm>
          <a:prstGeom prst="rect">
            <a:avLst/>
          </a:prstGeom>
          <a:noFill/>
          <a:ln/>
        </p:spPr>
        <p:txBody>
          <a:bodyPr wrap="square" lIns="0" tIns="0" rIns="0" bIns="0" rtlCol="0" anchor="ctr"/>
          <a:lstStyle/>
          <a:p>
            <a:pPr indent="0" marL="0">
              <a:buNone/>
            </a:pPr>
            <a:r>
              <a:rPr lang="en-US" sz="850" b="1" dirty="0">
                <a:solidFill>
                  <a:srgbClr val="35C2FF"/>
                </a:solidFill>
              </a:rPr>
              <a:t>WEB ADMIN</a:t>
            </a:r>
            <a:endParaRPr lang="en-US" sz="850" dirty="0"/>
          </a:p>
        </p:txBody>
      </p:sp>
      <p:sp>
        <p:nvSpPr>
          <p:cNvPr id="13" name="Text 11"/>
          <p:cNvSpPr/>
          <p:nvPr/>
        </p:nvSpPr>
        <p:spPr>
          <a:xfrm>
            <a:off x="1033272" y="2487168"/>
            <a:ext cx="2423160" cy="228600"/>
          </a:xfrm>
          <a:prstGeom prst="rect">
            <a:avLst/>
          </a:prstGeom>
          <a:noFill/>
          <a:ln/>
        </p:spPr>
        <p:txBody>
          <a:bodyPr wrap="square" lIns="0" tIns="0" rIns="0" bIns="0" rtlCol="0" anchor="ctr"/>
          <a:lstStyle/>
          <a:p>
            <a:pPr indent="0" marL="0">
              <a:buNone/>
            </a:pPr>
            <a:r>
              <a:rPr lang="en-US" sz="1700" b="1" dirty="0">
                <a:solidFill>
                  <a:srgbClr val="F8FAFC"/>
                </a:solidFill>
              </a:rPr>
              <a:t>Gestion &amp; pilotage</a:t>
            </a:r>
            <a:endParaRPr lang="en-US" sz="1700" dirty="0"/>
          </a:p>
        </p:txBody>
      </p:sp>
      <p:sp>
        <p:nvSpPr>
          <p:cNvPr id="14" name="Text 12"/>
          <p:cNvSpPr/>
          <p:nvPr/>
        </p:nvSpPr>
        <p:spPr>
          <a:xfrm>
            <a:off x="1097280" y="3063240"/>
            <a:ext cx="2194560" cy="914400"/>
          </a:xfrm>
          <a:prstGeom prst="rect">
            <a:avLst/>
          </a:prstGeom>
          <a:noFill/>
          <a:ln/>
        </p:spPr>
        <p:txBody>
          <a:bodyPr wrap="square" lIns="0" tIns="0" rIns="0" bIns="0" rtlCol="0" anchor="ctr"/>
          <a:lstStyle/>
          <a:p>
            <a:pPr algn="ctr" indent="0" marL="0">
              <a:buNone/>
            </a:pPr>
            <a:r>
              <a:rPr lang="en-US" sz="1200" dirty="0">
                <a:solidFill>
                  <a:srgbClr val="B8C7D9"/>
                </a:solidFill>
              </a:rPr>
              <a:t>Référentiels</a:t>
            </a:r>
            <a:endParaRPr lang="en-US" sz="1200" dirty="0"/>
          </a:p>
          <a:p>
            <a:pPr algn="ctr" indent="0" marL="0">
              <a:buNone/>
            </a:pPr>
            <a:r>
              <a:rPr lang="en-US" sz="1200" dirty="0">
                <a:solidFill>
                  <a:srgbClr val="B8C7D9"/>
                </a:solidFill>
              </a:rPr>
              <a:t>Planning</a:t>
            </a:r>
            <a:endParaRPr lang="en-US" sz="1200" dirty="0"/>
          </a:p>
          <a:p>
            <a:pPr algn="ctr" indent="0" marL="0">
              <a:buNone/>
            </a:pPr>
            <a:r>
              <a:rPr lang="en-US" sz="1200" dirty="0">
                <a:solidFill>
                  <a:srgbClr val="B8C7D9"/>
                </a:solidFill>
              </a:rPr>
              <a:t>QR codes</a:t>
            </a:r>
            <a:endParaRPr lang="en-US" sz="1200" dirty="0"/>
          </a:p>
          <a:p>
            <a:pPr algn="ctr" indent="0" marL="0">
              <a:buNone/>
            </a:pPr>
            <a:r>
              <a:rPr lang="en-US" sz="1200" dirty="0">
                <a:solidFill>
                  <a:srgbClr val="B8C7D9"/>
                </a:solidFill>
              </a:rPr>
              <a:t>Statistiques</a:t>
            </a:r>
            <a:endParaRPr lang="en-US" sz="1200" dirty="0"/>
          </a:p>
        </p:txBody>
      </p:sp>
      <p:sp>
        <p:nvSpPr>
          <p:cNvPr id="15" name="Shape 13"/>
          <p:cNvSpPr/>
          <p:nvPr/>
        </p:nvSpPr>
        <p:spPr>
          <a:xfrm>
            <a:off x="1106424" y="4956048"/>
            <a:ext cx="2212848" cy="292608"/>
          </a:xfrm>
          <a:prstGeom prst="roundRect">
            <a:avLst>
              <a:gd name="adj" fmla="val 25000"/>
            </a:avLst>
          </a:prstGeom>
          <a:solidFill>
            <a:srgbClr val="35C2FF">
              <a:alpha val="88000"/>
            </a:srgbClr>
          </a:solidFill>
          <a:ln w="12700">
            <a:solidFill>
              <a:srgbClr val="35C2FF">
                <a:alpha val="90000"/>
              </a:srgbClr>
            </a:solidFill>
            <a:prstDash val="solid"/>
          </a:ln>
        </p:spPr>
      </p:sp>
      <p:sp>
        <p:nvSpPr>
          <p:cNvPr id="16" name="Text 14"/>
          <p:cNvSpPr/>
          <p:nvPr/>
        </p:nvSpPr>
        <p:spPr>
          <a:xfrm>
            <a:off x="1179576" y="5024628"/>
            <a:ext cx="2066544" cy="128016"/>
          </a:xfrm>
          <a:prstGeom prst="rect">
            <a:avLst/>
          </a:prstGeom>
          <a:noFill/>
          <a:ln/>
        </p:spPr>
        <p:txBody>
          <a:bodyPr wrap="square" lIns="0" tIns="0" rIns="0" bIns="0" rtlCol="0" anchor="ctr"/>
          <a:lstStyle/>
          <a:p>
            <a:pPr algn="ctr" indent="0" marL="0">
              <a:buNone/>
            </a:pPr>
            <a:r>
              <a:rPr lang="en-US" sz="750" b="1" dirty="0">
                <a:solidFill>
                  <a:srgbClr val="F8FAFC"/>
                </a:solidFill>
              </a:rPr>
              <a:t>Angular + PrimeNG</a:t>
            </a:r>
            <a:endParaRPr lang="en-US" sz="750" dirty="0"/>
          </a:p>
        </p:txBody>
      </p:sp>
      <p:sp>
        <p:nvSpPr>
          <p:cNvPr id="17" name="Shape 15"/>
          <p:cNvSpPr/>
          <p:nvPr/>
        </p:nvSpPr>
        <p:spPr>
          <a:xfrm>
            <a:off x="4343400" y="1508760"/>
            <a:ext cx="3154680" cy="4206240"/>
          </a:xfrm>
          <a:prstGeom prst="roundRect">
            <a:avLst>
              <a:gd name="adj" fmla="val 3478"/>
            </a:avLst>
          </a:prstGeom>
          <a:solidFill>
            <a:srgbClr val="082E3C"/>
          </a:solidFill>
          <a:ln w="12700">
            <a:solidFill>
              <a:srgbClr val="5EEAD4">
                <a:alpha val="88000"/>
              </a:srgbClr>
            </a:solidFill>
            <a:prstDash val="solid"/>
          </a:ln>
        </p:spPr>
      </p:sp>
      <p:sp>
        <p:nvSpPr>
          <p:cNvPr id="18" name="Shape 16"/>
          <p:cNvSpPr/>
          <p:nvPr/>
        </p:nvSpPr>
        <p:spPr>
          <a:xfrm>
            <a:off x="4663440" y="1874520"/>
            <a:ext cx="566928" cy="566928"/>
          </a:xfrm>
          <a:prstGeom prst="ellipse">
            <a:avLst/>
          </a:prstGeom>
          <a:solidFill>
            <a:srgbClr val="5EEAD4"/>
          </a:solidFill>
          <a:ln w="12700">
            <a:solidFill>
              <a:srgbClr val="5EEAD4">
                <a:alpha val="80000"/>
              </a:srgbClr>
            </a:solidFill>
            <a:prstDash val="solid"/>
          </a:ln>
        </p:spPr>
      </p:sp>
      <p:sp>
        <p:nvSpPr>
          <p:cNvPr id="19" name="Text 17"/>
          <p:cNvSpPr/>
          <p:nvPr/>
        </p:nvSpPr>
        <p:spPr>
          <a:xfrm>
            <a:off x="4663440" y="1993392"/>
            <a:ext cx="566928" cy="256032"/>
          </a:xfrm>
          <a:prstGeom prst="rect">
            <a:avLst/>
          </a:prstGeom>
          <a:noFill/>
          <a:ln/>
        </p:spPr>
        <p:txBody>
          <a:bodyPr wrap="square" lIns="0" tIns="0" rIns="0" bIns="0" rtlCol="0" anchor="ctr"/>
          <a:lstStyle/>
          <a:p>
            <a:pPr algn="ctr" indent="0" marL="0">
              <a:buNone/>
            </a:pPr>
            <a:r>
              <a:rPr lang="en-US" sz="1500" b="1" dirty="0">
                <a:solidFill>
                  <a:srgbClr val="FFFFFF"/>
                </a:solidFill>
              </a:rPr>
              <a:t>S</a:t>
            </a:r>
            <a:endParaRPr lang="en-US" sz="1500" dirty="0"/>
          </a:p>
        </p:txBody>
      </p:sp>
      <p:sp>
        <p:nvSpPr>
          <p:cNvPr id="20" name="Text 18"/>
          <p:cNvSpPr/>
          <p:nvPr/>
        </p:nvSpPr>
        <p:spPr>
          <a:xfrm>
            <a:off x="5312664" y="1847088"/>
            <a:ext cx="1783080" cy="146304"/>
          </a:xfrm>
          <a:prstGeom prst="rect">
            <a:avLst/>
          </a:prstGeom>
          <a:noFill/>
          <a:ln/>
        </p:spPr>
        <p:txBody>
          <a:bodyPr wrap="square" lIns="0" tIns="0" rIns="0" bIns="0" rtlCol="0" anchor="ctr"/>
          <a:lstStyle/>
          <a:p>
            <a:pPr indent="0" marL="0">
              <a:buNone/>
            </a:pPr>
            <a:r>
              <a:rPr lang="en-US" sz="850" b="1" dirty="0">
                <a:solidFill>
                  <a:srgbClr val="5EEAD4"/>
                </a:solidFill>
              </a:rPr>
              <a:t>API SÉCURISÉE</a:t>
            </a:r>
            <a:endParaRPr lang="en-US" sz="850" dirty="0"/>
          </a:p>
        </p:txBody>
      </p:sp>
      <p:sp>
        <p:nvSpPr>
          <p:cNvPr id="21" name="Text 19"/>
          <p:cNvSpPr/>
          <p:nvPr/>
        </p:nvSpPr>
        <p:spPr>
          <a:xfrm>
            <a:off x="4690872" y="2487168"/>
            <a:ext cx="2423160" cy="228600"/>
          </a:xfrm>
          <a:prstGeom prst="rect">
            <a:avLst/>
          </a:prstGeom>
          <a:noFill/>
          <a:ln/>
        </p:spPr>
        <p:txBody>
          <a:bodyPr wrap="square" lIns="0" tIns="0" rIns="0" bIns="0" rtlCol="0" anchor="ctr"/>
          <a:lstStyle/>
          <a:p>
            <a:pPr indent="0" marL="0">
              <a:buNone/>
            </a:pPr>
            <a:r>
              <a:rPr lang="en-US" sz="1700" b="1" dirty="0">
                <a:solidFill>
                  <a:srgbClr val="F8FAFC"/>
                </a:solidFill>
              </a:rPr>
              <a:t>Cœur métier</a:t>
            </a:r>
            <a:endParaRPr lang="en-US" sz="1700" dirty="0"/>
          </a:p>
        </p:txBody>
      </p:sp>
      <p:sp>
        <p:nvSpPr>
          <p:cNvPr id="22" name="Text 20"/>
          <p:cNvSpPr/>
          <p:nvPr/>
        </p:nvSpPr>
        <p:spPr>
          <a:xfrm>
            <a:off x="4754880" y="3063240"/>
            <a:ext cx="2194560" cy="914400"/>
          </a:xfrm>
          <a:prstGeom prst="rect">
            <a:avLst/>
          </a:prstGeom>
          <a:noFill/>
          <a:ln/>
        </p:spPr>
        <p:txBody>
          <a:bodyPr wrap="square" lIns="0" tIns="0" rIns="0" bIns="0" rtlCol="0" anchor="ctr"/>
          <a:lstStyle/>
          <a:p>
            <a:pPr algn="ctr" indent="0" marL="0">
              <a:buNone/>
            </a:pPr>
            <a:r>
              <a:rPr lang="en-US" sz="1200" dirty="0">
                <a:solidFill>
                  <a:srgbClr val="B8C7D9"/>
                </a:solidFill>
              </a:rPr>
              <a:t>REST</a:t>
            </a:r>
            <a:endParaRPr lang="en-US" sz="1200" dirty="0"/>
          </a:p>
          <a:p>
            <a:pPr algn="ctr" indent="0" marL="0">
              <a:buNone/>
            </a:pPr>
            <a:r>
              <a:rPr lang="en-US" sz="1200" dirty="0">
                <a:solidFill>
                  <a:srgbClr val="B8C7D9"/>
                </a:solidFill>
              </a:rPr>
              <a:t>JWT</a:t>
            </a:r>
            <a:endParaRPr lang="en-US" sz="1200" dirty="0"/>
          </a:p>
          <a:p>
            <a:pPr algn="ctr" indent="0" marL="0">
              <a:buNone/>
            </a:pPr>
            <a:r>
              <a:rPr lang="en-US" sz="1200" dirty="0">
                <a:solidFill>
                  <a:srgbClr val="B8C7D9"/>
                </a:solidFill>
              </a:rPr>
              <a:t>Services</a:t>
            </a:r>
            <a:endParaRPr lang="en-US" sz="1200" dirty="0"/>
          </a:p>
          <a:p>
            <a:pPr algn="ctr" indent="0" marL="0">
              <a:buNone/>
            </a:pPr>
            <a:r>
              <a:rPr lang="en-US" sz="1200" dirty="0">
                <a:solidFill>
                  <a:srgbClr val="B8C7D9"/>
                </a:solidFill>
              </a:rPr>
              <a:t>PostgreSQL</a:t>
            </a:r>
            <a:endParaRPr lang="en-US" sz="1200" dirty="0"/>
          </a:p>
        </p:txBody>
      </p:sp>
      <p:sp>
        <p:nvSpPr>
          <p:cNvPr id="23" name="Shape 21"/>
          <p:cNvSpPr/>
          <p:nvPr/>
        </p:nvSpPr>
        <p:spPr>
          <a:xfrm>
            <a:off x="4764024" y="4956048"/>
            <a:ext cx="2212848" cy="292608"/>
          </a:xfrm>
          <a:prstGeom prst="roundRect">
            <a:avLst>
              <a:gd name="adj" fmla="val 25000"/>
            </a:avLst>
          </a:prstGeom>
          <a:solidFill>
            <a:srgbClr val="5EEAD4">
              <a:alpha val="88000"/>
            </a:srgbClr>
          </a:solidFill>
          <a:ln w="12700">
            <a:solidFill>
              <a:srgbClr val="5EEAD4">
                <a:alpha val="90000"/>
              </a:srgbClr>
            </a:solidFill>
            <a:prstDash val="solid"/>
          </a:ln>
        </p:spPr>
      </p:sp>
      <p:sp>
        <p:nvSpPr>
          <p:cNvPr id="24" name="Text 22"/>
          <p:cNvSpPr/>
          <p:nvPr/>
        </p:nvSpPr>
        <p:spPr>
          <a:xfrm>
            <a:off x="4837176" y="5024628"/>
            <a:ext cx="2066544" cy="128016"/>
          </a:xfrm>
          <a:prstGeom prst="rect">
            <a:avLst/>
          </a:prstGeom>
          <a:noFill/>
          <a:ln/>
        </p:spPr>
        <p:txBody>
          <a:bodyPr wrap="square" lIns="0" tIns="0" rIns="0" bIns="0" rtlCol="0" anchor="ctr"/>
          <a:lstStyle/>
          <a:p>
            <a:pPr algn="ctr" indent="0" marL="0">
              <a:buNone/>
            </a:pPr>
            <a:r>
              <a:rPr lang="en-US" sz="750" b="1" dirty="0">
                <a:solidFill>
                  <a:srgbClr val="F8FAFC"/>
                </a:solidFill>
              </a:rPr>
              <a:t>Spring Boot + JWT</a:t>
            </a:r>
            <a:endParaRPr lang="en-US" sz="750" dirty="0"/>
          </a:p>
        </p:txBody>
      </p:sp>
      <p:sp>
        <p:nvSpPr>
          <p:cNvPr id="25" name="Shape 23"/>
          <p:cNvSpPr/>
          <p:nvPr/>
        </p:nvSpPr>
        <p:spPr>
          <a:xfrm>
            <a:off x="8001000" y="1508760"/>
            <a:ext cx="3154680" cy="4206240"/>
          </a:xfrm>
          <a:prstGeom prst="roundRect">
            <a:avLst>
              <a:gd name="adj" fmla="val 3478"/>
            </a:avLst>
          </a:prstGeom>
          <a:solidFill>
            <a:srgbClr val="0B2442"/>
          </a:solidFill>
          <a:ln w="12700">
            <a:solidFill>
              <a:srgbClr val="A78BFA">
                <a:alpha val="88000"/>
              </a:srgbClr>
            </a:solidFill>
            <a:prstDash val="solid"/>
          </a:ln>
        </p:spPr>
      </p:sp>
      <p:sp>
        <p:nvSpPr>
          <p:cNvPr id="26" name="Shape 24"/>
          <p:cNvSpPr/>
          <p:nvPr/>
        </p:nvSpPr>
        <p:spPr>
          <a:xfrm>
            <a:off x="8321040" y="1874520"/>
            <a:ext cx="566928" cy="566928"/>
          </a:xfrm>
          <a:prstGeom prst="ellipse">
            <a:avLst/>
          </a:prstGeom>
          <a:solidFill>
            <a:srgbClr val="A78BFA"/>
          </a:solidFill>
          <a:ln w="12700">
            <a:solidFill>
              <a:srgbClr val="A78BFA">
                <a:alpha val="80000"/>
              </a:srgbClr>
            </a:solidFill>
            <a:prstDash val="solid"/>
          </a:ln>
        </p:spPr>
      </p:sp>
      <p:sp>
        <p:nvSpPr>
          <p:cNvPr id="27" name="Text 25"/>
          <p:cNvSpPr/>
          <p:nvPr/>
        </p:nvSpPr>
        <p:spPr>
          <a:xfrm>
            <a:off x="8321040" y="1993392"/>
            <a:ext cx="566928" cy="256032"/>
          </a:xfrm>
          <a:prstGeom prst="rect">
            <a:avLst/>
          </a:prstGeom>
          <a:noFill/>
          <a:ln/>
        </p:spPr>
        <p:txBody>
          <a:bodyPr wrap="square" lIns="0" tIns="0" rIns="0" bIns="0" rtlCol="0" anchor="ctr"/>
          <a:lstStyle/>
          <a:p>
            <a:pPr algn="ctr" indent="0" marL="0">
              <a:buNone/>
            </a:pPr>
            <a:r>
              <a:rPr lang="en-US" sz="1500" b="1" dirty="0">
                <a:solidFill>
                  <a:srgbClr val="FFFFFF"/>
                </a:solidFill>
              </a:rPr>
              <a:t>M</a:t>
            </a:r>
            <a:endParaRPr lang="en-US" sz="1500" dirty="0"/>
          </a:p>
        </p:txBody>
      </p:sp>
      <p:sp>
        <p:nvSpPr>
          <p:cNvPr id="28" name="Text 26"/>
          <p:cNvSpPr/>
          <p:nvPr/>
        </p:nvSpPr>
        <p:spPr>
          <a:xfrm>
            <a:off x="8970264" y="1847088"/>
            <a:ext cx="1783080" cy="146304"/>
          </a:xfrm>
          <a:prstGeom prst="rect">
            <a:avLst/>
          </a:prstGeom>
          <a:noFill/>
          <a:ln/>
        </p:spPr>
        <p:txBody>
          <a:bodyPr wrap="square" lIns="0" tIns="0" rIns="0" bIns="0" rtlCol="0" anchor="ctr"/>
          <a:lstStyle/>
          <a:p>
            <a:pPr indent="0" marL="0">
              <a:buNone/>
            </a:pPr>
            <a:r>
              <a:rPr lang="en-US" sz="850" b="1" dirty="0">
                <a:solidFill>
                  <a:srgbClr val="A78BFA"/>
                </a:solidFill>
              </a:rPr>
              <a:t>MOBILE</a:t>
            </a:r>
            <a:endParaRPr lang="en-US" sz="850" dirty="0"/>
          </a:p>
        </p:txBody>
      </p:sp>
      <p:sp>
        <p:nvSpPr>
          <p:cNvPr id="29" name="Text 27"/>
          <p:cNvSpPr/>
          <p:nvPr/>
        </p:nvSpPr>
        <p:spPr>
          <a:xfrm>
            <a:off x="8348472" y="2487168"/>
            <a:ext cx="2423160" cy="228600"/>
          </a:xfrm>
          <a:prstGeom prst="rect">
            <a:avLst/>
          </a:prstGeom>
          <a:noFill/>
          <a:ln/>
        </p:spPr>
        <p:txBody>
          <a:bodyPr wrap="square" lIns="0" tIns="0" rIns="0" bIns="0" rtlCol="0" anchor="ctr"/>
          <a:lstStyle/>
          <a:p>
            <a:pPr indent="0" marL="0">
              <a:buNone/>
            </a:pPr>
            <a:r>
              <a:rPr lang="en-US" sz="1700" b="1" dirty="0">
                <a:solidFill>
                  <a:srgbClr val="F8FAFC"/>
                </a:solidFill>
              </a:rPr>
              <a:t>Terrain</a:t>
            </a:r>
            <a:endParaRPr lang="en-US" sz="1700" dirty="0"/>
          </a:p>
        </p:txBody>
      </p:sp>
      <p:sp>
        <p:nvSpPr>
          <p:cNvPr id="30" name="Text 28"/>
          <p:cNvSpPr/>
          <p:nvPr/>
        </p:nvSpPr>
        <p:spPr>
          <a:xfrm>
            <a:off x="8412480" y="3063240"/>
            <a:ext cx="2194560" cy="914400"/>
          </a:xfrm>
          <a:prstGeom prst="rect">
            <a:avLst/>
          </a:prstGeom>
          <a:noFill/>
          <a:ln/>
        </p:spPr>
        <p:txBody>
          <a:bodyPr wrap="square" lIns="0" tIns="0" rIns="0" bIns="0" rtlCol="0" anchor="ctr"/>
          <a:lstStyle/>
          <a:p>
            <a:pPr algn="ctr" indent="0" marL="0">
              <a:buNone/>
            </a:pPr>
            <a:r>
              <a:rPr lang="en-US" sz="1200" dirty="0">
                <a:solidFill>
                  <a:srgbClr val="B8C7D9"/>
                </a:solidFill>
              </a:rPr>
              <a:t>Planning</a:t>
            </a:r>
            <a:endParaRPr lang="en-US" sz="1200" dirty="0"/>
          </a:p>
          <a:p>
            <a:pPr algn="ctr" indent="0" marL="0">
              <a:buNone/>
            </a:pPr>
            <a:r>
              <a:rPr lang="en-US" sz="1200" dirty="0">
                <a:solidFill>
                  <a:srgbClr val="B8C7D9"/>
                </a:solidFill>
              </a:rPr>
              <a:t>Scan QR</a:t>
            </a:r>
            <a:endParaRPr lang="en-US" sz="1200" dirty="0"/>
          </a:p>
          <a:p>
            <a:pPr algn="ctr" indent="0" marL="0">
              <a:buNone/>
            </a:pPr>
            <a:r>
              <a:rPr lang="en-US" sz="1200" dirty="0">
                <a:solidFill>
                  <a:srgbClr val="B8C7D9"/>
                </a:solidFill>
              </a:rPr>
              <a:t>Progression</a:t>
            </a:r>
            <a:endParaRPr lang="en-US" sz="1200" dirty="0"/>
          </a:p>
          <a:p>
            <a:pPr algn="ctr" indent="0" marL="0">
              <a:buNone/>
            </a:pPr>
            <a:r>
              <a:rPr lang="en-US" sz="1200" dirty="0">
                <a:solidFill>
                  <a:srgbClr val="B8C7D9"/>
                </a:solidFill>
              </a:rPr>
              <a:t>Honoraires</a:t>
            </a:r>
            <a:endParaRPr lang="en-US" sz="1200" dirty="0"/>
          </a:p>
        </p:txBody>
      </p:sp>
      <p:sp>
        <p:nvSpPr>
          <p:cNvPr id="31" name="Shape 29"/>
          <p:cNvSpPr/>
          <p:nvPr/>
        </p:nvSpPr>
        <p:spPr>
          <a:xfrm>
            <a:off x="8421624" y="4956048"/>
            <a:ext cx="2212848" cy="292608"/>
          </a:xfrm>
          <a:prstGeom prst="roundRect">
            <a:avLst>
              <a:gd name="adj" fmla="val 25000"/>
            </a:avLst>
          </a:prstGeom>
          <a:solidFill>
            <a:srgbClr val="A78BFA">
              <a:alpha val="88000"/>
            </a:srgbClr>
          </a:solidFill>
          <a:ln w="12700">
            <a:solidFill>
              <a:srgbClr val="A78BFA">
                <a:alpha val="90000"/>
              </a:srgbClr>
            </a:solidFill>
            <a:prstDash val="solid"/>
          </a:ln>
        </p:spPr>
      </p:sp>
      <p:sp>
        <p:nvSpPr>
          <p:cNvPr id="32" name="Text 30"/>
          <p:cNvSpPr/>
          <p:nvPr/>
        </p:nvSpPr>
        <p:spPr>
          <a:xfrm>
            <a:off x="8494776" y="5024628"/>
            <a:ext cx="2066544" cy="128016"/>
          </a:xfrm>
          <a:prstGeom prst="rect">
            <a:avLst/>
          </a:prstGeom>
          <a:noFill/>
          <a:ln/>
        </p:spPr>
        <p:txBody>
          <a:bodyPr wrap="square" lIns="0" tIns="0" rIns="0" bIns="0" rtlCol="0" anchor="ctr"/>
          <a:lstStyle/>
          <a:p>
            <a:pPr algn="ctr" indent="0" marL="0">
              <a:buNone/>
            </a:pPr>
            <a:r>
              <a:rPr lang="en-US" sz="750" b="1" dirty="0">
                <a:solidFill>
                  <a:srgbClr val="F8FAFC"/>
                </a:solidFill>
              </a:rPr>
              <a:t>Ionic + Capacitor</a:t>
            </a:r>
            <a:endParaRPr lang="en-US" sz="750" dirty="0"/>
          </a:p>
        </p:txBody>
      </p:sp>
      <p:sp>
        <p:nvSpPr>
          <p:cNvPr id="25" name="Slide Number Placeholder 0"/>
          <p:cNvSpPr>
            <a:spLocks noGrp="1"/>
          </p:cNvSpPr>
          <p:nvPr>
            <p:ph type="sldNum" sz="quarter" idx="4294967295"/>
          </p:nvPr>
        </p:nvSpPr>
        <p:spPr>
          <a:xfrm>
            <a:off x="11841480" y="6565392"/>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5EEAD4"/>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1A2F"/>
        </a:solidFill>
      </p:bgPr>
    </p:bg>
    <p:spTree>
      <p:nvGrpSpPr>
        <p:cNvPr id="1" name=""/>
        <p:cNvGrpSpPr/>
        <p:nvPr/>
      </p:nvGrpSpPr>
      <p:grpSpPr>
        <a:xfrm>
          <a:off x="0" y="0"/>
          <a:ext cx="0" cy="0"/>
          <a:chOff x="0" y="0"/>
          <a:chExt cx="0" cy="0"/>
        </a:xfrm>
      </p:grpSpPr>
      <p:sp>
        <p:nvSpPr>
          <p:cNvPr id="2" name="Shape 0"/>
          <p:cNvSpPr/>
          <p:nvPr/>
        </p:nvSpPr>
        <p:spPr>
          <a:xfrm>
            <a:off x="-1005840" y="-822960"/>
            <a:ext cx="4023360" cy="4023360"/>
          </a:xfrm>
          <a:prstGeom prst="ellipse">
            <a:avLst/>
          </a:prstGeom>
          <a:solidFill>
            <a:srgbClr val="0EA5E9">
              <a:alpha val="22000"/>
            </a:srgbClr>
          </a:solidFill>
          <a:ln w="12700">
            <a:solidFill>
              <a:srgbClr val="0EA5E9">
                <a:alpha val="0"/>
              </a:srgbClr>
            </a:solidFill>
            <a:prstDash val="solid"/>
          </a:ln>
        </p:spPr>
      </p:sp>
      <p:sp>
        <p:nvSpPr>
          <p:cNvPr id="3" name="Shape 1"/>
          <p:cNvSpPr/>
          <p:nvPr/>
        </p:nvSpPr>
        <p:spPr>
          <a:xfrm>
            <a:off x="9646920" y="4480560"/>
            <a:ext cx="3383280" cy="3383280"/>
          </a:xfrm>
          <a:prstGeom prst="ellipse">
            <a:avLst/>
          </a:prstGeom>
          <a:solidFill>
            <a:srgbClr val="14B8A6">
              <a:alpha val="18000"/>
            </a:srgbClr>
          </a:solidFill>
          <a:ln w="12700">
            <a:solidFill>
              <a:srgbClr val="14B8A6">
                <a:alpha val="0"/>
              </a:srgbClr>
            </a:solidFill>
            <a:prstDash val="solid"/>
          </a:ln>
        </p:spPr>
      </p:sp>
      <p:sp>
        <p:nvSpPr>
          <p:cNvPr id="4" name="Shape 2"/>
          <p:cNvSpPr/>
          <p:nvPr/>
        </p:nvSpPr>
        <p:spPr>
          <a:xfrm>
            <a:off x="9921240" y="320040"/>
            <a:ext cx="1051560" cy="1051560"/>
          </a:xfrm>
          <a:prstGeom prst="arc">
            <a:avLst/>
          </a:prstGeom>
          <a:noFill/>
          <a:ln w="25400">
            <a:solidFill>
              <a:srgbClr val="5EEAD4">
                <a:alpha val="80000"/>
              </a:srgbClr>
            </a:solidFill>
            <a:prstDash val="solid"/>
          </a:ln>
        </p:spPr>
      </p:sp>
      <p:sp>
        <p:nvSpPr>
          <p:cNvPr id="5" name="Shape 3"/>
          <p:cNvSpPr/>
          <p:nvPr/>
        </p:nvSpPr>
        <p:spPr>
          <a:xfrm>
            <a:off x="10314432" y="713232"/>
            <a:ext cx="1051560" cy="1051560"/>
          </a:xfrm>
          <a:prstGeom prst="arc">
            <a:avLst/>
          </a:prstGeom>
          <a:noFill/>
          <a:ln w="25400">
            <a:solidFill>
              <a:srgbClr val="35C2FF">
                <a:alpha val="65000"/>
              </a:srgbClr>
            </a:solidFill>
            <a:prstDash val="solid"/>
          </a:ln>
        </p:spPr>
      </p:sp>
      <p:sp>
        <p:nvSpPr>
          <p:cNvPr id="6" name="Text 4"/>
          <p:cNvSpPr/>
          <p:nvPr/>
        </p:nvSpPr>
        <p:spPr>
          <a:xfrm>
            <a:off x="566928" y="347472"/>
            <a:ext cx="8412480" cy="384048"/>
          </a:xfrm>
          <a:prstGeom prst="rect">
            <a:avLst/>
          </a:prstGeom>
          <a:noFill/>
          <a:ln/>
        </p:spPr>
        <p:txBody>
          <a:bodyPr wrap="square" lIns="0" tIns="0" rIns="0" bIns="0" rtlCol="0" anchor="ctr"/>
          <a:lstStyle/>
          <a:p>
            <a:pPr indent="0" marL="0">
              <a:buNone/>
            </a:pPr>
            <a:r>
              <a:rPr lang="en-US" sz="2400" b="1" dirty="0">
                <a:solidFill>
                  <a:srgbClr val="F8FAFC"/>
                </a:solidFill>
                <a:latin typeface="Aptos Display" pitchFamily="34" charset="0"/>
                <a:ea typeface="Aptos Display" pitchFamily="34" charset="-122"/>
                <a:cs typeface="Aptos Display" pitchFamily="34" charset="-120"/>
              </a:rPr>
              <a:t>4. Fonctionnalités principales</a:t>
            </a:r>
            <a:endParaRPr lang="en-US" sz="2400" dirty="0"/>
          </a:p>
        </p:txBody>
      </p:sp>
      <p:sp>
        <p:nvSpPr>
          <p:cNvPr id="7" name="Text 5"/>
          <p:cNvSpPr/>
          <p:nvPr/>
        </p:nvSpPr>
        <p:spPr>
          <a:xfrm>
            <a:off x="603504" y="758952"/>
            <a:ext cx="8229600" cy="219456"/>
          </a:xfrm>
          <a:prstGeom prst="rect">
            <a:avLst/>
          </a:prstGeom>
          <a:noFill/>
          <a:ln/>
        </p:spPr>
        <p:txBody>
          <a:bodyPr wrap="square" lIns="0" tIns="0" rIns="0" bIns="0" rtlCol="0" anchor="ctr"/>
          <a:lstStyle/>
          <a:p>
            <a:pPr indent="0" marL="0">
              <a:buNone/>
            </a:pPr>
            <a:r>
              <a:rPr lang="en-US" sz="950" b="1" dirty="0">
                <a:solidFill>
                  <a:srgbClr val="5EEAD4"/>
                </a:solidFill>
              </a:rPr>
              <a:t>Du planning au paiement</a:t>
            </a:r>
            <a:endParaRPr lang="en-US" sz="950" dirty="0"/>
          </a:p>
        </p:txBody>
      </p:sp>
      <p:sp>
        <p:nvSpPr>
          <p:cNvPr id="8" name="Shape 6"/>
          <p:cNvSpPr/>
          <p:nvPr/>
        </p:nvSpPr>
        <p:spPr>
          <a:xfrm>
            <a:off x="566928" y="1024128"/>
            <a:ext cx="1005840" cy="0"/>
          </a:xfrm>
          <a:prstGeom prst="line">
            <a:avLst/>
          </a:prstGeom>
          <a:noFill/>
          <a:ln w="38100">
            <a:solidFill>
              <a:srgbClr val="35C2FF"/>
            </a:solidFill>
            <a:prstDash val="solid"/>
          </a:ln>
        </p:spPr>
      </p:sp>
      <p:sp>
        <p:nvSpPr>
          <p:cNvPr id="9" name="Shape 7"/>
          <p:cNvSpPr/>
          <p:nvPr/>
        </p:nvSpPr>
        <p:spPr>
          <a:xfrm>
            <a:off x="1280160" y="1828800"/>
            <a:ext cx="566928" cy="566928"/>
          </a:xfrm>
          <a:prstGeom prst="ellipse">
            <a:avLst/>
          </a:prstGeom>
          <a:solidFill>
            <a:srgbClr val="35C2FF"/>
          </a:solidFill>
          <a:ln w="12700">
            <a:solidFill>
              <a:srgbClr val="35C2FF">
                <a:alpha val="80000"/>
              </a:srgbClr>
            </a:solidFill>
            <a:prstDash val="solid"/>
          </a:ln>
        </p:spPr>
      </p:sp>
      <p:sp>
        <p:nvSpPr>
          <p:cNvPr id="10" name="Text 8"/>
          <p:cNvSpPr/>
          <p:nvPr/>
        </p:nvSpPr>
        <p:spPr>
          <a:xfrm>
            <a:off x="1280160" y="1947672"/>
            <a:ext cx="566928" cy="256032"/>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11" name="Shape 9"/>
          <p:cNvSpPr/>
          <p:nvPr/>
        </p:nvSpPr>
        <p:spPr>
          <a:xfrm>
            <a:off x="1856232" y="2112264"/>
            <a:ext cx="1078992" cy="0"/>
          </a:xfrm>
          <a:prstGeom prst="line">
            <a:avLst/>
          </a:prstGeom>
          <a:noFill/>
          <a:ln w="25400">
            <a:solidFill>
              <a:srgbClr val="6E819A"/>
            </a:solidFill>
            <a:prstDash val="solid"/>
          </a:ln>
        </p:spPr>
      </p:sp>
      <p:sp>
        <p:nvSpPr>
          <p:cNvPr id="12" name="Shape 10"/>
          <p:cNvSpPr/>
          <p:nvPr/>
        </p:nvSpPr>
        <p:spPr>
          <a:xfrm>
            <a:off x="777240" y="2606040"/>
            <a:ext cx="1572768" cy="1828800"/>
          </a:xfrm>
          <a:prstGeom prst="roundRect">
            <a:avLst>
              <a:gd name="adj" fmla="val 6977"/>
            </a:avLst>
          </a:prstGeom>
          <a:solidFill>
            <a:srgbClr val="0B2442"/>
          </a:solidFill>
          <a:ln w="12700">
            <a:solidFill>
              <a:srgbClr val="35C2FF">
                <a:alpha val="75000"/>
              </a:srgbClr>
            </a:solidFill>
            <a:prstDash val="solid"/>
          </a:ln>
        </p:spPr>
      </p:sp>
      <p:sp>
        <p:nvSpPr>
          <p:cNvPr id="13" name="Text 11"/>
          <p:cNvSpPr/>
          <p:nvPr/>
        </p:nvSpPr>
        <p:spPr>
          <a:xfrm>
            <a:off x="941832" y="2907792"/>
            <a:ext cx="1243584" cy="201168"/>
          </a:xfrm>
          <a:prstGeom prst="rect">
            <a:avLst/>
          </a:prstGeom>
          <a:noFill/>
          <a:ln/>
        </p:spPr>
        <p:txBody>
          <a:bodyPr wrap="square" lIns="0" tIns="0" rIns="0" bIns="0" rtlCol="0" anchor="ctr"/>
          <a:lstStyle/>
          <a:p>
            <a:pPr algn="ctr" indent="0" marL="0">
              <a:buNone/>
            </a:pPr>
            <a:r>
              <a:rPr lang="en-US" sz="1450" b="1" dirty="0">
                <a:solidFill>
                  <a:srgbClr val="F8FAFC"/>
                </a:solidFill>
              </a:rPr>
              <a:t>Planifier</a:t>
            </a:r>
            <a:endParaRPr lang="en-US" sz="1450" dirty="0"/>
          </a:p>
        </p:txBody>
      </p:sp>
      <p:sp>
        <p:nvSpPr>
          <p:cNvPr id="14" name="Text 12"/>
          <p:cNvSpPr/>
          <p:nvPr/>
        </p:nvSpPr>
        <p:spPr>
          <a:xfrm>
            <a:off x="960120" y="3419856"/>
            <a:ext cx="1207008" cy="411480"/>
          </a:xfrm>
          <a:prstGeom prst="rect">
            <a:avLst/>
          </a:prstGeom>
          <a:noFill/>
          <a:ln/>
        </p:spPr>
        <p:txBody>
          <a:bodyPr wrap="square" lIns="0" tIns="0" rIns="0" bIns="0" rtlCol="0" anchor="ctr"/>
          <a:lstStyle/>
          <a:p>
            <a:pPr algn="ctr" indent="0" marL="0">
              <a:buNone/>
            </a:pPr>
            <a:r>
              <a:rPr lang="en-US" sz="880" dirty="0">
                <a:solidFill>
                  <a:srgbClr val="B8C7D9"/>
                </a:solidFill>
              </a:rPr>
              <a:t>Emplois du temps</a:t>
            </a:r>
            <a:endParaRPr lang="en-US" sz="880" dirty="0"/>
          </a:p>
          <a:p>
            <a:pPr algn="ctr" indent="0" marL="0">
              <a:buNone/>
            </a:pPr>
            <a:r>
              <a:rPr lang="en-US" sz="880" dirty="0">
                <a:solidFill>
                  <a:srgbClr val="B8C7D9"/>
                </a:solidFill>
              </a:rPr>
              <a:t>et séances</a:t>
            </a:r>
            <a:endParaRPr lang="en-US" sz="880" dirty="0"/>
          </a:p>
        </p:txBody>
      </p:sp>
      <p:sp>
        <p:nvSpPr>
          <p:cNvPr id="15" name="Shape 13"/>
          <p:cNvSpPr/>
          <p:nvPr/>
        </p:nvSpPr>
        <p:spPr>
          <a:xfrm>
            <a:off x="3520440" y="1828800"/>
            <a:ext cx="566928" cy="566928"/>
          </a:xfrm>
          <a:prstGeom prst="ellipse">
            <a:avLst/>
          </a:prstGeom>
          <a:solidFill>
            <a:srgbClr val="5EEAD4"/>
          </a:solidFill>
          <a:ln w="12700">
            <a:solidFill>
              <a:srgbClr val="5EEAD4">
                <a:alpha val="80000"/>
              </a:srgbClr>
            </a:solidFill>
            <a:prstDash val="solid"/>
          </a:ln>
        </p:spPr>
      </p:sp>
      <p:sp>
        <p:nvSpPr>
          <p:cNvPr id="16" name="Text 14"/>
          <p:cNvSpPr/>
          <p:nvPr/>
        </p:nvSpPr>
        <p:spPr>
          <a:xfrm>
            <a:off x="3520440" y="1947672"/>
            <a:ext cx="566928" cy="256032"/>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7" name="Shape 15"/>
          <p:cNvSpPr/>
          <p:nvPr/>
        </p:nvSpPr>
        <p:spPr>
          <a:xfrm>
            <a:off x="4096512" y="2112264"/>
            <a:ext cx="1078992" cy="0"/>
          </a:xfrm>
          <a:prstGeom prst="line">
            <a:avLst/>
          </a:prstGeom>
          <a:noFill/>
          <a:ln w="25400">
            <a:solidFill>
              <a:srgbClr val="6E819A"/>
            </a:solidFill>
            <a:prstDash val="solid"/>
          </a:ln>
        </p:spPr>
      </p:sp>
      <p:sp>
        <p:nvSpPr>
          <p:cNvPr id="18" name="Shape 16"/>
          <p:cNvSpPr/>
          <p:nvPr/>
        </p:nvSpPr>
        <p:spPr>
          <a:xfrm>
            <a:off x="3017520" y="2606040"/>
            <a:ext cx="1572768" cy="1828800"/>
          </a:xfrm>
          <a:prstGeom prst="roundRect">
            <a:avLst>
              <a:gd name="adj" fmla="val 6977"/>
            </a:avLst>
          </a:prstGeom>
          <a:solidFill>
            <a:srgbClr val="0B2442"/>
          </a:solidFill>
          <a:ln w="12700">
            <a:solidFill>
              <a:srgbClr val="5EEAD4">
                <a:alpha val="75000"/>
              </a:srgbClr>
            </a:solidFill>
            <a:prstDash val="solid"/>
          </a:ln>
        </p:spPr>
      </p:sp>
      <p:sp>
        <p:nvSpPr>
          <p:cNvPr id="19" name="Text 17"/>
          <p:cNvSpPr/>
          <p:nvPr/>
        </p:nvSpPr>
        <p:spPr>
          <a:xfrm>
            <a:off x="3182112" y="2907792"/>
            <a:ext cx="1243584" cy="201168"/>
          </a:xfrm>
          <a:prstGeom prst="rect">
            <a:avLst/>
          </a:prstGeom>
          <a:noFill/>
          <a:ln/>
        </p:spPr>
        <p:txBody>
          <a:bodyPr wrap="square" lIns="0" tIns="0" rIns="0" bIns="0" rtlCol="0" anchor="ctr"/>
          <a:lstStyle/>
          <a:p>
            <a:pPr algn="ctr" indent="0" marL="0">
              <a:buNone/>
            </a:pPr>
            <a:r>
              <a:rPr lang="en-US" sz="1450" b="1" dirty="0">
                <a:solidFill>
                  <a:srgbClr val="F8FAFC"/>
                </a:solidFill>
              </a:rPr>
              <a:t>Générer</a:t>
            </a:r>
            <a:endParaRPr lang="en-US" sz="1450" dirty="0"/>
          </a:p>
        </p:txBody>
      </p:sp>
      <p:sp>
        <p:nvSpPr>
          <p:cNvPr id="20" name="Text 18"/>
          <p:cNvSpPr/>
          <p:nvPr/>
        </p:nvSpPr>
        <p:spPr>
          <a:xfrm>
            <a:off x="3200400" y="3419856"/>
            <a:ext cx="1207008" cy="411480"/>
          </a:xfrm>
          <a:prstGeom prst="rect">
            <a:avLst/>
          </a:prstGeom>
          <a:noFill/>
          <a:ln/>
        </p:spPr>
        <p:txBody>
          <a:bodyPr wrap="square" lIns="0" tIns="0" rIns="0" bIns="0" rtlCol="0" anchor="ctr"/>
          <a:lstStyle/>
          <a:p>
            <a:pPr algn="ctr" indent="0" marL="0">
              <a:buNone/>
            </a:pPr>
            <a:r>
              <a:rPr lang="en-US" sz="880" dirty="0">
                <a:solidFill>
                  <a:srgbClr val="B8C7D9"/>
                </a:solidFill>
              </a:rPr>
              <a:t>QR code actif</a:t>
            </a:r>
            <a:endParaRPr lang="en-US" sz="880" dirty="0"/>
          </a:p>
          <a:p>
            <a:pPr algn="ctr" indent="0" marL="0">
              <a:buNone/>
            </a:pPr>
            <a:r>
              <a:rPr lang="en-US" sz="880" dirty="0">
                <a:solidFill>
                  <a:srgbClr val="B8C7D9"/>
                </a:solidFill>
              </a:rPr>
              <a:t>par séance</a:t>
            </a:r>
            <a:endParaRPr lang="en-US" sz="880" dirty="0"/>
          </a:p>
        </p:txBody>
      </p:sp>
      <p:sp>
        <p:nvSpPr>
          <p:cNvPr id="21" name="Shape 19"/>
          <p:cNvSpPr/>
          <p:nvPr/>
        </p:nvSpPr>
        <p:spPr>
          <a:xfrm>
            <a:off x="5760720" y="1828800"/>
            <a:ext cx="566928" cy="566928"/>
          </a:xfrm>
          <a:prstGeom prst="ellipse">
            <a:avLst/>
          </a:prstGeom>
          <a:solidFill>
            <a:srgbClr val="22C55E"/>
          </a:solidFill>
          <a:ln w="12700">
            <a:solidFill>
              <a:srgbClr val="22C55E">
                <a:alpha val="80000"/>
              </a:srgbClr>
            </a:solidFill>
            <a:prstDash val="solid"/>
          </a:ln>
        </p:spPr>
      </p:sp>
      <p:sp>
        <p:nvSpPr>
          <p:cNvPr id="22" name="Text 20"/>
          <p:cNvSpPr/>
          <p:nvPr/>
        </p:nvSpPr>
        <p:spPr>
          <a:xfrm>
            <a:off x="5760720" y="1947672"/>
            <a:ext cx="566928" cy="256032"/>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23" name="Shape 21"/>
          <p:cNvSpPr/>
          <p:nvPr/>
        </p:nvSpPr>
        <p:spPr>
          <a:xfrm>
            <a:off x="6336792" y="2112264"/>
            <a:ext cx="1078992" cy="0"/>
          </a:xfrm>
          <a:prstGeom prst="line">
            <a:avLst/>
          </a:prstGeom>
          <a:noFill/>
          <a:ln w="25400">
            <a:solidFill>
              <a:srgbClr val="6E819A"/>
            </a:solidFill>
            <a:prstDash val="solid"/>
          </a:ln>
        </p:spPr>
      </p:sp>
      <p:sp>
        <p:nvSpPr>
          <p:cNvPr id="24" name="Shape 22"/>
          <p:cNvSpPr/>
          <p:nvPr/>
        </p:nvSpPr>
        <p:spPr>
          <a:xfrm>
            <a:off x="5257800" y="2606040"/>
            <a:ext cx="1572768" cy="1828800"/>
          </a:xfrm>
          <a:prstGeom prst="roundRect">
            <a:avLst>
              <a:gd name="adj" fmla="val 6977"/>
            </a:avLst>
          </a:prstGeom>
          <a:solidFill>
            <a:srgbClr val="0B2442"/>
          </a:solidFill>
          <a:ln w="12700">
            <a:solidFill>
              <a:srgbClr val="22C55E">
                <a:alpha val="75000"/>
              </a:srgbClr>
            </a:solidFill>
            <a:prstDash val="solid"/>
          </a:ln>
        </p:spPr>
      </p:sp>
      <p:sp>
        <p:nvSpPr>
          <p:cNvPr id="25" name="Text 23"/>
          <p:cNvSpPr/>
          <p:nvPr/>
        </p:nvSpPr>
        <p:spPr>
          <a:xfrm>
            <a:off x="5422392" y="2907792"/>
            <a:ext cx="1243584" cy="201168"/>
          </a:xfrm>
          <a:prstGeom prst="rect">
            <a:avLst/>
          </a:prstGeom>
          <a:noFill/>
          <a:ln/>
        </p:spPr>
        <p:txBody>
          <a:bodyPr wrap="square" lIns="0" tIns="0" rIns="0" bIns="0" rtlCol="0" anchor="ctr"/>
          <a:lstStyle/>
          <a:p>
            <a:pPr algn="ctr" indent="0" marL="0">
              <a:buNone/>
            </a:pPr>
            <a:r>
              <a:rPr lang="en-US" sz="1450" b="1" dirty="0">
                <a:solidFill>
                  <a:srgbClr val="F8FAFC"/>
                </a:solidFill>
              </a:rPr>
              <a:t>Émarger</a:t>
            </a:r>
            <a:endParaRPr lang="en-US" sz="1450" dirty="0"/>
          </a:p>
        </p:txBody>
      </p:sp>
      <p:sp>
        <p:nvSpPr>
          <p:cNvPr id="26" name="Text 24"/>
          <p:cNvSpPr/>
          <p:nvPr/>
        </p:nvSpPr>
        <p:spPr>
          <a:xfrm>
            <a:off x="5440680" y="3419856"/>
            <a:ext cx="1207008" cy="411480"/>
          </a:xfrm>
          <a:prstGeom prst="rect">
            <a:avLst/>
          </a:prstGeom>
          <a:noFill/>
          <a:ln/>
        </p:spPr>
        <p:txBody>
          <a:bodyPr wrap="square" lIns="0" tIns="0" rIns="0" bIns="0" rtlCol="0" anchor="ctr"/>
          <a:lstStyle/>
          <a:p>
            <a:pPr algn="ctr" indent="0" marL="0">
              <a:buNone/>
            </a:pPr>
            <a:r>
              <a:rPr lang="en-US" sz="880" dirty="0">
                <a:solidFill>
                  <a:srgbClr val="B8C7D9"/>
                </a:solidFill>
              </a:rPr>
              <a:t>Scan mobile</a:t>
            </a:r>
            <a:endParaRPr lang="en-US" sz="880" dirty="0"/>
          </a:p>
          <a:p>
            <a:pPr algn="ctr" indent="0" marL="0">
              <a:buNone/>
            </a:pPr>
            <a:r>
              <a:rPr lang="en-US" sz="880" dirty="0">
                <a:solidFill>
                  <a:srgbClr val="B8C7D9"/>
                </a:solidFill>
              </a:rPr>
              <a:t>horodaté</a:t>
            </a:r>
            <a:endParaRPr lang="en-US" sz="880" dirty="0"/>
          </a:p>
        </p:txBody>
      </p:sp>
      <p:sp>
        <p:nvSpPr>
          <p:cNvPr id="27" name="Shape 25"/>
          <p:cNvSpPr/>
          <p:nvPr/>
        </p:nvSpPr>
        <p:spPr>
          <a:xfrm>
            <a:off x="8001000" y="1828800"/>
            <a:ext cx="566928" cy="566928"/>
          </a:xfrm>
          <a:prstGeom prst="ellipse">
            <a:avLst/>
          </a:prstGeom>
          <a:solidFill>
            <a:srgbClr val="A78BFA"/>
          </a:solidFill>
          <a:ln w="12700">
            <a:solidFill>
              <a:srgbClr val="A78BFA">
                <a:alpha val="80000"/>
              </a:srgbClr>
            </a:solidFill>
            <a:prstDash val="solid"/>
          </a:ln>
        </p:spPr>
      </p:sp>
      <p:sp>
        <p:nvSpPr>
          <p:cNvPr id="28" name="Text 26"/>
          <p:cNvSpPr/>
          <p:nvPr/>
        </p:nvSpPr>
        <p:spPr>
          <a:xfrm>
            <a:off x="8001000" y="1947672"/>
            <a:ext cx="566928" cy="256032"/>
          </a:xfrm>
          <a:prstGeom prst="rect">
            <a:avLst/>
          </a:prstGeom>
          <a:no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29" name="Shape 27"/>
          <p:cNvSpPr/>
          <p:nvPr/>
        </p:nvSpPr>
        <p:spPr>
          <a:xfrm>
            <a:off x="8577072" y="2112264"/>
            <a:ext cx="1078992" cy="0"/>
          </a:xfrm>
          <a:prstGeom prst="line">
            <a:avLst/>
          </a:prstGeom>
          <a:noFill/>
          <a:ln w="25400">
            <a:solidFill>
              <a:srgbClr val="6E819A"/>
            </a:solidFill>
            <a:prstDash val="solid"/>
          </a:ln>
        </p:spPr>
      </p:sp>
      <p:sp>
        <p:nvSpPr>
          <p:cNvPr id="30" name="Shape 28"/>
          <p:cNvSpPr/>
          <p:nvPr/>
        </p:nvSpPr>
        <p:spPr>
          <a:xfrm>
            <a:off x="7498080" y="2606040"/>
            <a:ext cx="1572768" cy="1828800"/>
          </a:xfrm>
          <a:prstGeom prst="roundRect">
            <a:avLst>
              <a:gd name="adj" fmla="val 6977"/>
            </a:avLst>
          </a:prstGeom>
          <a:solidFill>
            <a:srgbClr val="0B2442"/>
          </a:solidFill>
          <a:ln w="12700">
            <a:solidFill>
              <a:srgbClr val="A78BFA">
                <a:alpha val="75000"/>
              </a:srgbClr>
            </a:solidFill>
            <a:prstDash val="solid"/>
          </a:ln>
        </p:spPr>
      </p:sp>
      <p:sp>
        <p:nvSpPr>
          <p:cNvPr id="31" name="Text 29"/>
          <p:cNvSpPr/>
          <p:nvPr/>
        </p:nvSpPr>
        <p:spPr>
          <a:xfrm>
            <a:off x="7662672" y="2907792"/>
            <a:ext cx="1243584" cy="201168"/>
          </a:xfrm>
          <a:prstGeom prst="rect">
            <a:avLst/>
          </a:prstGeom>
          <a:noFill/>
          <a:ln/>
        </p:spPr>
        <p:txBody>
          <a:bodyPr wrap="square" lIns="0" tIns="0" rIns="0" bIns="0" rtlCol="0" anchor="ctr"/>
          <a:lstStyle/>
          <a:p>
            <a:pPr algn="ctr" indent="0" marL="0">
              <a:buNone/>
            </a:pPr>
            <a:r>
              <a:rPr lang="en-US" sz="1450" b="1" dirty="0">
                <a:solidFill>
                  <a:srgbClr val="F8FAFC"/>
                </a:solidFill>
              </a:rPr>
              <a:t>Suivre</a:t>
            </a:r>
            <a:endParaRPr lang="en-US" sz="1450" dirty="0"/>
          </a:p>
        </p:txBody>
      </p:sp>
      <p:sp>
        <p:nvSpPr>
          <p:cNvPr id="32" name="Text 30"/>
          <p:cNvSpPr/>
          <p:nvPr/>
        </p:nvSpPr>
        <p:spPr>
          <a:xfrm>
            <a:off x="7680960" y="3419856"/>
            <a:ext cx="1207008" cy="411480"/>
          </a:xfrm>
          <a:prstGeom prst="rect">
            <a:avLst/>
          </a:prstGeom>
          <a:noFill/>
          <a:ln/>
        </p:spPr>
        <p:txBody>
          <a:bodyPr wrap="square" lIns="0" tIns="0" rIns="0" bIns="0" rtlCol="0" anchor="ctr"/>
          <a:lstStyle/>
          <a:p>
            <a:pPr algn="ctr" indent="0" marL="0">
              <a:buNone/>
            </a:pPr>
            <a:r>
              <a:rPr lang="en-US" sz="880" dirty="0">
                <a:solidFill>
                  <a:srgbClr val="B8C7D9"/>
                </a:solidFill>
              </a:rPr>
              <a:t>Fiche de</a:t>
            </a:r>
            <a:endParaRPr lang="en-US" sz="880" dirty="0"/>
          </a:p>
          <a:p>
            <a:pPr algn="ctr" indent="0" marL="0">
              <a:buNone/>
            </a:pPr>
            <a:r>
              <a:rPr lang="en-US" sz="880" dirty="0">
                <a:solidFill>
                  <a:srgbClr val="B8C7D9"/>
                </a:solidFill>
              </a:rPr>
              <a:t>progression</a:t>
            </a:r>
            <a:endParaRPr lang="en-US" sz="880" dirty="0"/>
          </a:p>
        </p:txBody>
      </p:sp>
      <p:sp>
        <p:nvSpPr>
          <p:cNvPr id="33" name="Shape 31"/>
          <p:cNvSpPr/>
          <p:nvPr/>
        </p:nvSpPr>
        <p:spPr>
          <a:xfrm>
            <a:off x="10241280" y="1828800"/>
            <a:ext cx="566928" cy="566928"/>
          </a:xfrm>
          <a:prstGeom prst="ellipse">
            <a:avLst/>
          </a:prstGeom>
          <a:solidFill>
            <a:srgbClr val="F59E0B"/>
          </a:solidFill>
          <a:ln w="12700">
            <a:solidFill>
              <a:srgbClr val="F59E0B">
                <a:alpha val="80000"/>
              </a:srgbClr>
            </a:solidFill>
            <a:prstDash val="solid"/>
          </a:ln>
        </p:spPr>
      </p:sp>
      <p:sp>
        <p:nvSpPr>
          <p:cNvPr id="34" name="Text 32"/>
          <p:cNvSpPr/>
          <p:nvPr/>
        </p:nvSpPr>
        <p:spPr>
          <a:xfrm>
            <a:off x="10241280" y="1947672"/>
            <a:ext cx="566928" cy="256032"/>
          </a:xfrm>
          <a:prstGeom prst="rect">
            <a:avLst/>
          </a:prstGeom>
          <a:noFill/>
          <a:ln/>
        </p:spPr>
        <p:txBody>
          <a:bodyPr wrap="square" lIns="0" tIns="0" rIns="0" bIns="0" rtlCol="0" anchor="ctr"/>
          <a:lstStyle/>
          <a:p>
            <a:pPr algn="ctr" indent="0" marL="0">
              <a:buNone/>
            </a:pPr>
            <a:r>
              <a:rPr lang="en-US" sz="1500" b="1" dirty="0">
                <a:solidFill>
                  <a:srgbClr val="FFFFFF"/>
                </a:solidFill>
              </a:rPr>
              <a:t>5</a:t>
            </a:r>
            <a:endParaRPr lang="en-US" sz="1500" dirty="0"/>
          </a:p>
        </p:txBody>
      </p:sp>
      <p:sp>
        <p:nvSpPr>
          <p:cNvPr id="35" name="Shape 33"/>
          <p:cNvSpPr/>
          <p:nvPr/>
        </p:nvSpPr>
        <p:spPr>
          <a:xfrm>
            <a:off x="9738360" y="2606040"/>
            <a:ext cx="1572768" cy="1828800"/>
          </a:xfrm>
          <a:prstGeom prst="roundRect">
            <a:avLst>
              <a:gd name="adj" fmla="val 6977"/>
            </a:avLst>
          </a:prstGeom>
          <a:solidFill>
            <a:srgbClr val="0B2442"/>
          </a:solidFill>
          <a:ln w="12700">
            <a:solidFill>
              <a:srgbClr val="F59E0B">
                <a:alpha val="75000"/>
              </a:srgbClr>
            </a:solidFill>
            <a:prstDash val="solid"/>
          </a:ln>
        </p:spPr>
      </p:sp>
      <p:sp>
        <p:nvSpPr>
          <p:cNvPr id="36" name="Text 34"/>
          <p:cNvSpPr/>
          <p:nvPr/>
        </p:nvSpPr>
        <p:spPr>
          <a:xfrm>
            <a:off x="9902952" y="2907792"/>
            <a:ext cx="1243584" cy="201168"/>
          </a:xfrm>
          <a:prstGeom prst="rect">
            <a:avLst/>
          </a:prstGeom>
          <a:noFill/>
          <a:ln/>
        </p:spPr>
        <p:txBody>
          <a:bodyPr wrap="square" lIns="0" tIns="0" rIns="0" bIns="0" rtlCol="0" anchor="ctr"/>
          <a:lstStyle/>
          <a:p>
            <a:pPr algn="ctr" indent="0" marL="0">
              <a:buNone/>
            </a:pPr>
            <a:r>
              <a:rPr lang="en-US" sz="1450" b="1" dirty="0">
                <a:solidFill>
                  <a:srgbClr val="F8FAFC"/>
                </a:solidFill>
              </a:rPr>
              <a:t>Calculer</a:t>
            </a:r>
            <a:endParaRPr lang="en-US" sz="1450" dirty="0"/>
          </a:p>
        </p:txBody>
      </p:sp>
      <p:sp>
        <p:nvSpPr>
          <p:cNvPr id="37" name="Text 35"/>
          <p:cNvSpPr/>
          <p:nvPr/>
        </p:nvSpPr>
        <p:spPr>
          <a:xfrm>
            <a:off x="9921240" y="3419856"/>
            <a:ext cx="1207008" cy="411480"/>
          </a:xfrm>
          <a:prstGeom prst="rect">
            <a:avLst/>
          </a:prstGeom>
          <a:noFill/>
          <a:ln/>
        </p:spPr>
        <p:txBody>
          <a:bodyPr wrap="square" lIns="0" tIns="0" rIns="0" bIns="0" rtlCol="0" anchor="ctr"/>
          <a:lstStyle/>
          <a:p>
            <a:pPr algn="ctr" indent="0" marL="0">
              <a:buNone/>
            </a:pPr>
            <a:r>
              <a:rPr lang="en-US" sz="880" dirty="0">
                <a:solidFill>
                  <a:srgbClr val="B8C7D9"/>
                </a:solidFill>
              </a:rPr>
              <a:t>Honoraires</a:t>
            </a:r>
            <a:endParaRPr lang="en-US" sz="880" dirty="0"/>
          </a:p>
          <a:p>
            <a:pPr algn="ctr" indent="0" marL="0">
              <a:buNone/>
            </a:pPr>
            <a:r>
              <a:rPr lang="en-US" sz="880" dirty="0">
                <a:solidFill>
                  <a:srgbClr val="B8C7D9"/>
                </a:solidFill>
              </a:rPr>
              <a:t>automatisés</a:t>
            </a:r>
            <a:endParaRPr lang="en-US" sz="880" dirty="0"/>
          </a:p>
        </p:txBody>
      </p:sp>
      <p:sp>
        <p:nvSpPr>
          <p:cNvPr id="38" name="Shape 36"/>
          <p:cNvSpPr/>
          <p:nvPr/>
        </p:nvSpPr>
        <p:spPr>
          <a:xfrm>
            <a:off x="1097280" y="5074920"/>
            <a:ext cx="9921240" cy="475488"/>
          </a:xfrm>
          <a:prstGeom prst="roundRect">
            <a:avLst>
              <a:gd name="adj" fmla="val 23077"/>
            </a:avLst>
          </a:prstGeom>
          <a:solidFill>
            <a:srgbClr val="0F766E"/>
          </a:solidFill>
          <a:ln w="12700">
            <a:solidFill>
              <a:srgbClr val="5EEAD4">
                <a:alpha val="70000"/>
              </a:srgbClr>
            </a:solidFill>
            <a:prstDash val="solid"/>
          </a:ln>
        </p:spPr>
      </p:sp>
      <p:sp>
        <p:nvSpPr>
          <p:cNvPr id="39" name="Text 37"/>
          <p:cNvSpPr/>
          <p:nvPr/>
        </p:nvSpPr>
        <p:spPr>
          <a:xfrm>
            <a:off x="1325880" y="5230368"/>
            <a:ext cx="9509760" cy="146304"/>
          </a:xfrm>
          <a:prstGeom prst="rect">
            <a:avLst/>
          </a:prstGeom>
          <a:noFill/>
          <a:ln/>
        </p:spPr>
        <p:txBody>
          <a:bodyPr wrap="square" lIns="0" tIns="0" rIns="0" bIns="0" rtlCol="0" anchor="ctr"/>
          <a:lstStyle/>
          <a:p>
            <a:pPr algn="ctr" indent="0" marL="0">
              <a:buNone/>
            </a:pPr>
            <a:r>
              <a:rPr lang="en-US" sz="1200" b="1" dirty="0">
                <a:solidFill>
                  <a:srgbClr val="F8FAFC"/>
                </a:solidFill>
              </a:rPr>
              <a:t>Résultat : moins d’erreurs, plus de traçabilité, traitement administratif plus rapide.</a:t>
            </a:r>
            <a:endParaRPr lang="en-US" sz="1200" dirty="0"/>
          </a:p>
        </p:txBody>
      </p:sp>
      <p:sp>
        <p:nvSpPr>
          <p:cNvPr id="25" name="Slide Number Placeholder 0"/>
          <p:cNvSpPr>
            <a:spLocks noGrp="1"/>
          </p:cNvSpPr>
          <p:nvPr>
            <p:ph type="sldNum" sz="quarter" idx="4294967295"/>
          </p:nvPr>
        </p:nvSpPr>
        <p:spPr>
          <a:xfrm>
            <a:off x="11841480" y="6565392"/>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5EEAD4"/>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1A2F"/>
        </a:solidFill>
      </p:bgPr>
    </p:bg>
    <p:spTree>
      <p:nvGrpSpPr>
        <p:cNvPr id="1" name=""/>
        <p:cNvGrpSpPr/>
        <p:nvPr/>
      </p:nvGrpSpPr>
      <p:grpSpPr>
        <a:xfrm>
          <a:off x="0" y="0"/>
          <a:ext cx="0" cy="0"/>
          <a:chOff x="0" y="0"/>
          <a:chExt cx="0" cy="0"/>
        </a:xfrm>
      </p:grpSpPr>
      <p:sp>
        <p:nvSpPr>
          <p:cNvPr id="2" name="Shape 0"/>
          <p:cNvSpPr/>
          <p:nvPr/>
        </p:nvSpPr>
        <p:spPr>
          <a:xfrm>
            <a:off x="-1005840" y="-822960"/>
            <a:ext cx="4023360" cy="4023360"/>
          </a:xfrm>
          <a:prstGeom prst="ellipse">
            <a:avLst/>
          </a:prstGeom>
          <a:solidFill>
            <a:srgbClr val="0EA5E9">
              <a:alpha val="22000"/>
            </a:srgbClr>
          </a:solidFill>
          <a:ln w="12700">
            <a:solidFill>
              <a:srgbClr val="0EA5E9">
                <a:alpha val="0"/>
              </a:srgbClr>
            </a:solidFill>
            <a:prstDash val="solid"/>
          </a:ln>
        </p:spPr>
      </p:sp>
      <p:sp>
        <p:nvSpPr>
          <p:cNvPr id="3" name="Shape 1"/>
          <p:cNvSpPr/>
          <p:nvPr/>
        </p:nvSpPr>
        <p:spPr>
          <a:xfrm>
            <a:off x="9646920" y="4480560"/>
            <a:ext cx="3383280" cy="3383280"/>
          </a:xfrm>
          <a:prstGeom prst="ellipse">
            <a:avLst/>
          </a:prstGeom>
          <a:solidFill>
            <a:srgbClr val="14B8A6">
              <a:alpha val="18000"/>
            </a:srgbClr>
          </a:solidFill>
          <a:ln w="12700">
            <a:solidFill>
              <a:srgbClr val="14B8A6">
                <a:alpha val="0"/>
              </a:srgbClr>
            </a:solidFill>
            <a:prstDash val="solid"/>
          </a:ln>
        </p:spPr>
      </p:sp>
      <p:sp>
        <p:nvSpPr>
          <p:cNvPr id="4" name="Shape 2"/>
          <p:cNvSpPr/>
          <p:nvPr/>
        </p:nvSpPr>
        <p:spPr>
          <a:xfrm>
            <a:off x="9921240" y="320040"/>
            <a:ext cx="1051560" cy="1051560"/>
          </a:xfrm>
          <a:prstGeom prst="arc">
            <a:avLst/>
          </a:prstGeom>
          <a:noFill/>
          <a:ln w="25400">
            <a:solidFill>
              <a:srgbClr val="5EEAD4">
                <a:alpha val="80000"/>
              </a:srgbClr>
            </a:solidFill>
            <a:prstDash val="solid"/>
          </a:ln>
        </p:spPr>
      </p:sp>
      <p:sp>
        <p:nvSpPr>
          <p:cNvPr id="5" name="Shape 3"/>
          <p:cNvSpPr/>
          <p:nvPr/>
        </p:nvSpPr>
        <p:spPr>
          <a:xfrm>
            <a:off x="10314432" y="713232"/>
            <a:ext cx="1051560" cy="1051560"/>
          </a:xfrm>
          <a:prstGeom prst="arc">
            <a:avLst/>
          </a:prstGeom>
          <a:noFill/>
          <a:ln w="25400">
            <a:solidFill>
              <a:srgbClr val="35C2FF">
                <a:alpha val="65000"/>
              </a:srgbClr>
            </a:solidFill>
            <a:prstDash val="solid"/>
          </a:ln>
        </p:spPr>
      </p:sp>
      <p:sp>
        <p:nvSpPr>
          <p:cNvPr id="6" name="Text 4"/>
          <p:cNvSpPr/>
          <p:nvPr/>
        </p:nvSpPr>
        <p:spPr>
          <a:xfrm>
            <a:off x="566928" y="347472"/>
            <a:ext cx="8412480" cy="384048"/>
          </a:xfrm>
          <a:prstGeom prst="rect">
            <a:avLst/>
          </a:prstGeom>
          <a:noFill/>
          <a:ln/>
        </p:spPr>
        <p:txBody>
          <a:bodyPr wrap="square" lIns="0" tIns="0" rIns="0" bIns="0" rtlCol="0" anchor="ctr"/>
          <a:lstStyle/>
          <a:p>
            <a:pPr indent="0" marL="0">
              <a:buNone/>
            </a:pPr>
            <a:r>
              <a:rPr lang="en-US" sz="2400" b="1" dirty="0">
                <a:solidFill>
                  <a:srgbClr val="F8FAFC"/>
                </a:solidFill>
                <a:latin typeface="Aptos Display" pitchFamily="34" charset="0"/>
                <a:ea typeface="Aptos Display" pitchFamily="34" charset="-122"/>
                <a:cs typeface="Aptos Display" pitchFamily="34" charset="-120"/>
              </a:rPr>
              <a:t>5. Architecture technique</a:t>
            </a:r>
            <a:endParaRPr lang="en-US" sz="2400" dirty="0"/>
          </a:p>
        </p:txBody>
      </p:sp>
      <p:sp>
        <p:nvSpPr>
          <p:cNvPr id="7" name="Text 5"/>
          <p:cNvSpPr/>
          <p:nvPr/>
        </p:nvSpPr>
        <p:spPr>
          <a:xfrm>
            <a:off x="603504" y="758952"/>
            <a:ext cx="8229600" cy="219456"/>
          </a:xfrm>
          <a:prstGeom prst="rect">
            <a:avLst/>
          </a:prstGeom>
          <a:noFill/>
          <a:ln/>
        </p:spPr>
        <p:txBody>
          <a:bodyPr wrap="square" lIns="0" tIns="0" rIns="0" bIns="0" rtlCol="0" anchor="ctr"/>
          <a:lstStyle/>
          <a:p>
            <a:pPr indent="0" marL="0">
              <a:buNone/>
            </a:pPr>
            <a:r>
              <a:rPr lang="en-US" sz="950" b="1" dirty="0">
                <a:solidFill>
                  <a:srgbClr val="5EEAD4"/>
                </a:solidFill>
              </a:rPr>
              <a:t>Une architecture en couches, moderne et sécurisée</a:t>
            </a:r>
            <a:endParaRPr lang="en-US" sz="950" dirty="0"/>
          </a:p>
        </p:txBody>
      </p:sp>
      <p:sp>
        <p:nvSpPr>
          <p:cNvPr id="8" name="Shape 6"/>
          <p:cNvSpPr/>
          <p:nvPr/>
        </p:nvSpPr>
        <p:spPr>
          <a:xfrm>
            <a:off x="566928" y="1024128"/>
            <a:ext cx="1005840" cy="0"/>
          </a:xfrm>
          <a:prstGeom prst="line">
            <a:avLst/>
          </a:prstGeom>
          <a:noFill/>
          <a:ln w="38100">
            <a:solidFill>
              <a:srgbClr val="35C2FF"/>
            </a:solidFill>
            <a:prstDash val="solid"/>
          </a:ln>
        </p:spPr>
      </p:sp>
      <p:sp>
        <p:nvSpPr>
          <p:cNvPr id="9" name="Shape 7"/>
          <p:cNvSpPr/>
          <p:nvPr/>
        </p:nvSpPr>
        <p:spPr>
          <a:xfrm>
            <a:off x="685800" y="1325880"/>
            <a:ext cx="6583680" cy="4617720"/>
          </a:xfrm>
          <a:prstGeom prst="roundRect">
            <a:avLst>
              <a:gd name="adj" fmla="val 2376"/>
            </a:avLst>
          </a:prstGeom>
          <a:solidFill>
            <a:srgbClr val="FFFFFF"/>
          </a:solidFill>
          <a:ln w="12700">
            <a:solidFill>
              <a:srgbClr val="35C2FF">
                <a:alpha val="75000"/>
              </a:srgbClr>
            </a:solidFill>
            <a:prstDash val="solid"/>
          </a:ln>
        </p:spPr>
      </p:sp>
      <p:pic>
        <p:nvPicPr>
          <p:cNvPr id="10" name="Image 0" descr="C:\Users\mouss\projet_licence\suivi-pedagogique-system\MEMOIRE\generated_schemas\schema_architecture.png">    </p:cNvPr>
          <p:cNvPicPr>
            <a:picLocks noChangeAspect="1"/>
          </p:cNvPicPr>
          <p:nvPr/>
        </p:nvPicPr>
        <p:blipFill>
          <a:blip r:embed="rId1"/>
          <a:stretch>
            <a:fillRect/>
          </a:stretch>
        </p:blipFill>
        <p:spPr>
          <a:xfrm>
            <a:off x="822960" y="1536192"/>
            <a:ext cx="6309360" cy="4160520"/>
          </a:xfrm>
          <a:prstGeom prst="rect">
            <a:avLst/>
          </a:prstGeom>
        </p:spPr>
      </p:pic>
      <p:sp>
        <p:nvSpPr>
          <p:cNvPr id="11" name="Shape 8"/>
          <p:cNvSpPr/>
          <p:nvPr/>
        </p:nvSpPr>
        <p:spPr>
          <a:xfrm>
            <a:off x="7635240" y="1325880"/>
            <a:ext cx="3749040" cy="4617720"/>
          </a:xfrm>
          <a:prstGeom prst="roundRect">
            <a:avLst>
              <a:gd name="adj" fmla="val 2927"/>
            </a:avLst>
          </a:prstGeom>
          <a:solidFill>
            <a:srgbClr val="0B2442"/>
          </a:solidFill>
          <a:ln w="12700">
            <a:solidFill>
              <a:srgbClr val="5EEAD4">
                <a:alpha val="88000"/>
              </a:srgbClr>
            </a:solidFill>
            <a:prstDash val="solid"/>
          </a:ln>
        </p:spPr>
      </p:sp>
      <p:sp>
        <p:nvSpPr>
          <p:cNvPr id="12" name="Text 9"/>
          <p:cNvSpPr/>
          <p:nvPr/>
        </p:nvSpPr>
        <p:spPr>
          <a:xfrm>
            <a:off x="7973568" y="1700784"/>
            <a:ext cx="2468880" cy="228600"/>
          </a:xfrm>
          <a:prstGeom prst="rect">
            <a:avLst/>
          </a:prstGeom>
          <a:noFill/>
          <a:ln/>
        </p:spPr>
        <p:txBody>
          <a:bodyPr wrap="square" lIns="0" tIns="0" rIns="0" bIns="0" rtlCol="0" anchor="ctr"/>
          <a:lstStyle/>
          <a:p>
            <a:pPr indent="0" marL="0">
              <a:buNone/>
            </a:pPr>
            <a:r>
              <a:rPr lang="en-US" sz="1800" b="1" dirty="0">
                <a:solidFill>
                  <a:srgbClr val="F8FAFC"/>
                </a:solidFill>
              </a:rPr>
              <a:t>Choix techniques</a:t>
            </a:r>
            <a:endParaRPr lang="en-US" sz="1800" dirty="0"/>
          </a:p>
        </p:txBody>
      </p:sp>
      <p:sp>
        <p:nvSpPr>
          <p:cNvPr id="13" name="Shape 10"/>
          <p:cNvSpPr/>
          <p:nvPr/>
        </p:nvSpPr>
        <p:spPr>
          <a:xfrm>
            <a:off x="8001000" y="2231136"/>
            <a:ext cx="2971800" cy="320040"/>
          </a:xfrm>
          <a:prstGeom prst="roundRect">
            <a:avLst>
              <a:gd name="adj" fmla="val 17143"/>
            </a:avLst>
          </a:prstGeom>
          <a:solidFill>
            <a:srgbClr val="0A3158"/>
          </a:solidFill>
          <a:ln w="12700">
            <a:solidFill>
              <a:srgbClr val="1E5B87">
                <a:alpha val="45000"/>
              </a:srgbClr>
            </a:solidFill>
            <a:prstDash val="solid"/>
          </a:ln>
        </p:spPr>
      </p:sp>
      <p:sp>
        <p:nvSpPr>
          <p:cNvPr id="14" name="Text 11"/>
          <p:cNvSpPr/>
          <p:nvPr/>
        </p:nvSpPr>
        <p:spPr>
          <a:xfrm>
            <a:off x="8156448" y="2331720"/>
            <a:ext cx="749808" cy="91440"/>
          </a:xfrm>
          <a:prstGeom prst="rect">
            <a:avLst/>
          </a:prstGeom>
          <a:noFill/>
          <a:ln/>
        </p:spPr>
        <p:txBody>
          <a:bodyPr wrap="square" lIns="0" tIns="0" rIns="0" bIns="0" rtlCol="0" anchor="ctr"/>
          <a:lstStyle/>
          <a:p>
            <a:pPr indent="0" marL="0">
              <a:buNone/>
            </a:pPr>
            <a:r>
              <a:rPr lang="en-US" sz="750" b="1" dirty="0">
                <a:solidFill>
                  <a:srgbClr val="5EEAD4"/>
                </a:solidFill>
              </a:rPr>
              <a:t>Backend</a:t>
            </a:r>
            <a:endParaRPr lang="en-US" sz="750" dirty="0"/>
          </a:p>
        </p:txBody>
      </p:sp>
      <p:sp>
        <p:nvSpPr>
          <p:cNvPr id="15" name="Text 12"/>
          <p:cNvSpPr/>
          <p:nvPr/>
        </p:nvSpPr>
        <p:spPr>
          <a:xfrm>
            <a:off x="8942832" y="2331720"/>
            <a:ext cx="1920240" cy="91440"/>
          </a:xfrm>
          <a:prstGeom prst="rect">
            <a:avLst/>
          </a:prstGeom>
          <a:noFill/>
          <a:ln/>
        </p:spPr>
        <p:txBody>
          <a:bodyPr wrap="square" lIns="0" tIns="0" rIns="0" bIns="0" rtlCol="0" anchor="ctr"/>
          <a:lstStyle/>
          <a:p>
            <a:pPr indent="0" marL="0">
              <a:buNone/>
            </a:pPr>
            <a:r>
              <a:rPr lang="en-US" sz="750" dirty="0">
                <a:solidFill>
                  <a:srgbClr val="F8FAFC"/>
                </a:solidFill>
              </a:rPr>
              <a:t>Spring Boot 3.4.3</a:t>
            </a:r>
            <a:endParaRPr lang="en-US" sz="750" dirty="0"/>
          </a:p>
        </p:txBody>
      </p:sp>
      <p:sp>
        <p:nvSpPr>
          <p:cNvPr id="16" name="Shape 13"/>
          <p:cNvSpPr/>
          <p:nvPr/>
        </p:nvSpPr>
        <p:spPr>
          <a:xfrm>
            <a:off x="8001000" y="2715768"/>
            <a:ext cx="2971800" cy="320040"/>
          </a:xfrm>
          <a:prstGeom prst="roundRect">
            <a:avLst>
              <a:gd name="adj" fmla="val 17143"/>
            </a:avLst>
          </a:prstGeom>
          <a:solidFill>
            <a:srgbClr val="102E50"/>
          </a:solidFill>
          <a:ln w="12700">
            <a:solidFill>
              <a:srgbClr val="1E5B87">
                <a:alpha val="45000"/>
              </a:srgbClr>
            </a:solidFill>
            <a:prstDash val="solid"/>
          </a:ln>
        </p:spPr>
      </p:sp>
      <p:sp>
        <p:nvSpPr>
          <p:cNvPr id="17" name="Text 14"/>
          <p:cNvSpPr/>
          <p:nvPr/>
        </p:nvSpPr>
        <p:spPr>
          <a:xfrm>
            <a:off x="8156448" y="2816352"/>
            <a:ext cx="749808" cy="91440"/>
          </a:xfrm>
          <a:prstGeom prst="rect">
            <a:avLst/>
          </a:prstGeom>
          <a:noFill/>
          <a:ln/>
        </p:spPr>
        <p:txBody>
          <a:bodyPr wrap="square" lIns="0" tIns="0" rIns="0" bIns="0" rtlCol="0" anchor="ctr"/>
          <a:lstStyle/>
          <a:p>
            <a:pPr indent="0" marL="0">
              <a:buNone/>
            </a:pPr>
            <a:r>
              <a:rPr lang="en-US" sz="750" b="1" dirty="0">
                <a:solidFill>
                  <a:srgbClr val="5EEAD4"/>
                </a:solidFill>
              </a:rPr>
              <a:t>Sécurité</a:t>
            </a:r>
            <a:endParaRPr lang="en-US" sz="750" dirty="0"/>
          </a:p>
        </p:txBody>
      </p:sp>
      <p:sp>
        <p:nvSpPr>
          <p:cNvPr id="18" name="Text 15"/>
          <p:cNvSpPr/>
          <p:nvPr/>
        </p:nvSpPr>
        <p:spPr>
          <a:xfrm>
            <a:off x="8942832" y="2816352"/>
            <a:ext cx="1920240" cy="91440"/>
          </a:xfrm>
          <a:prstGeom prst="rect">
            <a:avLst/>
          </a:prstGeom>
          <a:noFill/>
          <a:ln/>
        </p:spPr>
        <p:txBody>
          <a:bodyPr wrap="square" lIns="0" tIns="0" rIns="0" bIns="0" rtlCol="0" anchor="ctr"/>
          <a:lstStyle/>
          <a:p>
            <a:pPr indent="0" marL="0">
              <a:buNone/>
            </a:pPr>
            <a:r>
              <a:rPr lang="en-US" sz="750" dirty="0">
                <a:solidFill>
                  <a:srgbClr val="F8FAFC"/>
                </a:solidFill>
              </a:rPr>
              <a:t>JWT + Spring Security</a:t>
            </a:r>
            <a:endParaRPr lang="en-US" sz="750" dirty="0"/>
          </a:p>
        </p:txBody>
      </p:sp>
      <p:sp>
        <p:nvSpPr>
          <p:cNvPr id="19" name="Shape 16"/>
          <p:cNvSpPr/>
          <p:nvPr/>
        </p:nvSpPr>
        <p:spPr>
          <a:xfrm>
            <a:off x="8001000" y="3200400"/>
            <a:ext cx="2971800" cy="320040"/>
          </a:xfrm>
          <a:prstGeom prst="roundRect">
            <a:avLst>
              <a:gd name="adj" fmla="val 17143"/>
            </a:avLst>
          </a:prstGeom>
          <a:solidFill>
            <a:srgbClr val="0A3158"/>
          </a:solidFill>
          <a:ln w="12700">
            <a:solidFill>
              <a:srgbClr val="1E5B87">
                <a:alpha val="45000"/>
              </a:srgbClr>
            </a:solidFill>
            <a:prstDash val="solid"/>
          </a:ln>
        </p:spPr>
      </p:sp>
      <p:sp>
        <p:nvSpPr>
          <p:cNvPr id="20" name="Text 17"/>
          <p:cNvSpPr/>
          <p:nvPr/>
        </p:nvSpPr>
        <p:spPr>
          <a:xfrm>
            <a:off x="8156448" y="3300984"/>
            <a:ext cx="749808" cy="91440"/>
          </a:xfrm>
          <a:prstGeom prst="rect">
            <a:avLst/>
          </a:prstGeom>
          <a:noFill/>
          <a:ln/>
        </p:spPr>
        <p:txBody>
          <a:bodyPr wrap="square" lIns="0" tIns="0" rIns="0" bIns="0" rtlCol="0" anchor="ctr"/>
          <a:lstStyle/>
          <a:p>
            <a:pPr indent="0" marL="0">
              <a:buNone/>
            </a:pPr>
            <a:r>
              <a:rPr lang="en-US" sz="750" b="1" dirty="0">
                <a:solidFill>
                  <a:srgbClr val="5EEAD4"/>
                </a:solidFill>
              </a:rPr>
              <a:t>Données</a:t>
            </a:r>
            <a:endParaRPr lang="en-US" sz="750" dirty="0"/>
          </a:p>
        </p:txBody>
      </p:sp>
      <p:sp>
        <p:nvSpPr>
          <p:cNvPr id="21" name="Text 18"/>
          <p:cNvSpPr/>
          <p:nvPr/>
        </p:nvSpPr>
        <p:spPr>
          <a:xfrm>
            <a:off x="8942832" y="3300984"/>
            <a:ext cx="1920240" cy="91440"/>
          </a:xfrm>
          <a:prstGeom prst="rect">
            <a:avLst/>
          </a:prstGeom>
          <a:noFill/>
          <a:ln/>
        </p:spPr>
        <p:txBody>
          <a:bodyPr wrap="square" lIns="0" tIns="0" rIns="0" bIns="0" rtlCol="0" anchor="ctr"/>
          <a:lstStyle/>
          <a:p>
            <a:pPr indent="0" marL="0">
              <a:buNone/>
            </a:pPr>
            <a:r>
              <a:rPr lang="en-US" sz="750" dirty="0">
                <a:solidFill>
                  <a:srgbClr val="F8FAFC"/>
                </a:solidFill>
              </a:rPr>
              <a:t>PostgreSQL + JPA</a:t>
            </a:r>
            <a:endParaRPr lang="en-US" sz="750" dirty="0"/>
          </a:p>
        </p:txBody>
      </p:sp>
      <p:sp>
        <p:nvSpPr>
          <p:cNvPr id="22" name="Shape 19"/>
          <p:cNvSpPr/>
          <p:nvPr/>
        </p:nvSpPr>
        <p:spPr>
          <a:xfrm>
            <a:off x="8001000" y="3685032"/>
            <a:ext cx="2971800" cy="320040"/>
          </a:xfrm>
          <a:prstGeom prst="roundRect">
            <a:avLst>
              <a:gd name="adj" fmla="val 17143"/>
            </a:avLst>
          </a:prstGeom>
          <a:solidFill>
            <a:srgbClr val="102E50"/>
          </a:solidFill>
          <a:ln w="12700">
            <a:solidFill>
              <a:srgbClr val="1E5B87">
                <a:alpha val="45000"/>
              </a:srgbClr>
            </a:solidFill>
            <a:prstDash val="solid"/>
          </a:ln>
        </p:spPr>
      </p:sp>
      <p:sp>
        <p:nvSpPr>
          <p:cNvPr id="23" name="Text 20"/>
          <p:cNvSpPr/>
          <p:nvPr/>
        </p:nvSpPr>
        <p:spPr>
          <a:xfrm>
            <a:off x="8156448" y="3785616"/>
            <a:ext cx="749808" cy="91440"/>
          </a:xfrm>
          <a:prstGeom prst="rect">
            <a:avLst/>
          </a:prstGeom>
          <a:noFill/>
          <a:ln/>
        </p:spPr>
        <p:txBody>
          <a:bodyPr wrap="square" lIns="0" tIns="0" rIns="0" bIns="0" rtlCol="0" anchor="ctr"/>
          <a:lstStyle/>
          <a:p>
            <a:pPr indent="0" marL="0">
              <a:buNone/>
            </a:pPr>
            <a:r>
              <a:rPr lang="en-US" sz="750" b="1" dirty="0">
                <a:solidFill>
                  <a:srgbClr val="5EEAD4"/>
                </a:solidFill>
              </a:rPr>
              <a:t>Web</a:t>
            </a:r>
            <a:endParaRPr lang="en-US" sz="750" dirty="0"/>
          </a:p>
        </p:txBody>
      </p:sp>
      <p:sp>
        <p:nvSpPr>
          <p:cNvPr id="24" name="Text 21"/>
          <p:cNvSpPr/>
          <p:nvPr/>
        </p:nvSpPr>
        <p:spPr>
          <a:xfrm>
            <a:off x="8942832" y="3785616"/>
            <a:ext cx="1920240" cy="91440"/>
          </a:xfrm>
          <a:prstGeom prst="rect">
            <a:avLst/>
          </a:prstGeom>
          <a:noFill/>
          <a:ln/>
        </p:spPr>
        <p:txBody>
          <a:bodyPr wrap="square" lIns="0" tIns="0" rIns="0" bIns="0" rtlCol="0" anchor="ctr"/>
          <a:lstStyle/>
          <a:p>
            <a:pPr indent="0" marL="0">
              <a:buNone/>
            </a:pPr>
            <a:r>
              <a:rPr lang="en-US" sz="750" dirty="0">
                <a:solidFill>
                  <a:srgbClr val="F8FAFC"/>
                </a:solidFill>
              </a:rPr>
              <a:t>Angular 21 + PrimeNG</a:t>
            </a:r>
            <a:endParaRPr lang="en-US" sz="750" dirty="0"/>
          </a:p>
        </p:txBody>
      </p:sp>
      <p:sp>
        <p:nvSpPr>
          <p:cNvPr id="25" name="Shape 22"/>
          <p:cNvSpPr/>
          <p:nvPr/>
        </p:nvSpPr>
        <p:spPr>
          <a:xfrm>
            <a:off x="8001000" y="4169664"/>
            <a:ext cx="2971800" cy="320040"/>
          </a:xfrm>
          <a:prstGeom prst="roundRect">
            <a:avLst>
              <a:gd name="adj" fmla="val 17143"/>
            </a:avLst>
          </a:prstGeom>
          <a:solidFill>
            <a:srgbClr val="0A3158"/>
          </a:solidFill>
          <a:ln w="12700">
            <a:solidFill>
              <a:srgbClr val="1E5B87">
                <a:alpha val="45000"/>
              </a:srgbClr>
            </a:solidFill>
            <a:prstDash val="solid"/>
          </a:ln>
        </p:spPr>
      </p:sp>
      <p:sp>
        <p:nvSpPr>
          <p:cNvPr id="26" name="Text 23"/>
          <p:cNvSpPr/>
          <p:nvPr/>
        </p:nvSpPr>
        <p:spPr>
          <a:xfrm>
            <a:off x="8156448" y="4270248"/>
            <a:ext cx="749808" cy="91440"/>
          </a:xfrm>
          <a:prstGeom prst="rect">
            <a:avLst/>
          </a:prstGeom>
          <a:noFill/>
          <a:ln/>
        </p:spPr>
        <p:txBody>
          <a:bodyPr wrap="square" lIns="0" tIns="0" rIns="0" bIns="0" rtlCol="0" anchor="ctr"/>
          <a:lstStyle/>
          <a:p>
            <a:pPr indent="0" marL="0">
              <a:buNone/>
            </a:pPr>
            <a:r>
              <a:rPr lang="en-US" sz="750" b="1" dirty="0">
                <a:solidFill>
                  <a:srgbClr val="5EEAD4"/>
                </a:solidFill>
              </a:rPr>
              <a:t>Mobile</a:t>
            </a:r>
            <a:endParaRPr lang="en-US" sz="750" dirty="0"/>
          </a:p>
        </p:txBody>
      </p:sp>
      <p:sp>
        <p:nvSpPr>
          <p:cNvPr id="27" name="Text 24"/>
          <p:cNvSpPr/>
          <p:nvPr/>
        </p:nvSpPr>
        <p:spPr>
          <a:xfrm>
            <a:off x="8942832" y="4270248"/>
            <a:ext cx="1920240" cy="91440"/>
          </a:xfrm>
          <a:prstGeom prst="rect">
            <a:avLst/>
          </a:prstGeom>
          <a:noFill/>
          <a:ln/>
        </p:spPr>
        <p:txBody>
          <a:bodyPr wrap="square" lIns="0" tIns="0" rIns="0" bIns="0" rtlCol="0" anchor="ctr"/>
          <a:lstStyle/>
          <a:p>
            <a:pPr indent="0" marL="0">
              <a:buNone/>
            </a:pPr>
            <a:r>
              <a:rPr lang="en-US" sz="750" dirty="0">
                <a:solidFill>
                  <a:srgbClr val="F8FAFC"/>
                </a:solidFill>
              </a:rPr>
              <a:t>Ionic 8 + Capacitor</a:t>
            </a:r>
            <a:endParaRPr lang="en-US" sz="750" dirty="0"/>
          </a:p>
        </p:txBody>
      </p:sp>
      <p:sp>
        <p:nvSpPr>
          <p:cNvPr id="28" name="Shape 25"/>
          <p:cNvSpPr/>
          <p:nvPr/>
        </p:nvSpPr>
        <p:spPr>
          <a:xfrm>
            <a:off x="8001000" y="4654296"/>
            <a:ext cx="2971800" cy="320040"/>
          </a:xfrm>
          <a:prstGeom prst="roundRect">
            <a:avLst>
              <a:gd name="adj" fmla="val 17143"/>
            </a:avLst>
          </a:prstGeom>
          <a:solidFill>
            <a:srgbClr val="102E50"/>
          </a:solidFill>
          <a:ln w="12700">
            <a:solidFill>
              <a:srgbClr val="1E5B87">
                <a:alpha val="45000"/>
              </a:srgbClr>
            </a:solidFill>
            <a:prstDash val="solid"/>
          </a:ln>
        </p:spPr>
      </p:sp>
      <p:sp>
        <p:nvSpPr>
          <p:cNvPr id="29" name="Text 26"/>
          <p:cNvSpPr/>
          <p:nvPr/>
        </p:nvSpPr>
        <p:spPr>
          <a:xfrm>
            <a:off x="8156448" y="4754880"/>
            <a:ext cx="749808" cy="91440"/>
          </a:xfrm>
          <a:prstGeom prst="rect">
            <a:avLst/>
          </a:prstGeom>
          <a:noFill/>
          <a:ln/>
        </p:spPr>
        <p:txBody>
          <a:bodyPr wrap="square" lIns="0" tIns="0" rIns="0" bIns="0" rtlCol="0" anchor="ctr"/>
          <a:lstStyle/>
          <a:p>
            <a:pPr indent="0" marL="0">
              <a:buNone/>
            </a:pPr>
            <a:r>
              <a:rPr lang="en-US" sz="750" b="1" dirty="0">
                <a:solidFill>
                  <a:srgbClr val="5EEAD4"/>
                </a:solidFill>
              </a:rPr>
              <a:t>API</a:t>
            </a:r>
            <a:endParaRPr lang="en-US" sz="750" dirty="0"/>
          </a:p>
        </p:txBody>
      </p:sp>
      <p:sp>
        <p:nvSpPr>
          <p:cNvPr id="30" name="Text 27"/>
          <p:cNvSpPr/>
          <p:nvPr/>
        </p:nvSpPr>
        <p:spPr>
          <a:xfrm>
            <a:off x="8942832" y="4754880"/>
            <a:ext cx="1920240" cy="91440"/>
          </a:xfrm>
          <a:prstGeom prst="rect">
            <a:avLst/>
          </a:prstGeom>
          <a:noFill/>
          <a:ln/>
        </p:spPr>
        <p:txBody>
          <a:bodyPr wrap="square" lIns="0" tIns="0" rIns="0" bIns="0" rtlCol="0" anchor="ctr"/>
          <a:lstStyle/>
          <a:p>
            <a:pPr indent="0" marL="0">
              <a:buNone/>
            </a:pPr>
            <a:r>
              <a:rPr lang="en-US" sz="750" dirty="0">
                <a:solidFill>
                  <a:srgbClr val="F8FAFC"/>
                </a:solidFill>
              </a:rPr>
              <a:t>REST + Swagger</a:t>
            </a:r>
            <a:endParaRPr lang="en-US" sz="750" dirty="0"/>
          </a:p>
        </p:txBody>
      </p:sp>
      <p:sp>
        <p:nvSpPr>
          <p:cNvPr id="25" name="Slide Number Placeholder 0"/>
          <p:cNvSpPr>
            <a:spLocks noGrp="1"/>
          </p:cNvSpPr>
          <p:nvPr>
            <p:ph type="sldNum" sz="quarter" idx="4294967295"/>
          </p:nvPr>
        </p:nvSpPr>
        <p:spPr>
          <a:xfrm>
            <a:off x="11841480" y="6565392"/>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5EEAD4"/>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71A2F"/>
        </a:solidFill>
      </p:bgPr>
    </p:bg>
    <p:spTree>
      <p:nvGrpSpPr>
        <p:cNvPr id="1" name=""/>
        <p:cNvGrpSpPr/>
        <p:nvPr/>
      </p:nvGrpSpPr>
      <p:grpSpPr>
        <a:xfrm>
          <a:off x="0" y="0"/>
          <a:ext cx="0" cy="0"/>
          <a:chOff x="0" y="0"/>
          <a:chExt cx="0" cy="0"/>
        </a:xfrm>
      </p:grpSpPr>
      <p:sp>
        <p:nvSpPr>
          <p:cNvPr id="2" name="Shape 0"/>
          <p:cNvSpPr/>
          <p:nvPr/>
        </p:nvSpPr>
        <p:spPr>
          <a:xfrm>
            <a:off x="-1005840" y="-822960"/>
            <a:ext cx="4023360" cy="4023360"/>
          </a:xfrm>
          <a:prstGeom prst="ellipse">
            <a:avLst/>
          </a:prstGeom>
          <a:solidFill>
            <a:srgbClr val="0EA5E9">
              <a:alpha val="22000"/>
            </a:srgbClr>
          </a:solidFill>
          <a:ln w="12700">
            <a:solidFill>
              <a:srgbClr val="0EA5E9">
                <a:alpha val="0"/>
              </a:srgbClr>
            </a:solidFill>
            <a:prstDash val="solid"/>
          </a:ln>
        </p:spPr>
      </p:sp>
      <p:sp>
        <p:nvSpPr>
          <p:cNvPr id="3" name="Shape 1"/>
          <p:cNvSpPr/>
          <p:nvPr/>
        </p:nvSpPr>
        <p:spPr>
          <a:xfrm>
            <a:off x="9646920" y="4480560"/>
            <a:ext cx="3383280" cy="3383280"/>
          </a:xfrm>
          <a:prstGeom prst="ellipse">
            <a:avLst/>
          </a:prstGeom>
          <a:solidFill>
            <a:srgbClr val="14B8A6">
              <a:alpha val="18000"/>
            </a:srgbClr>
          </a:solidFill>
          <a:ln w="12700">
            <a:solidFill>
              <a:srgbClr val="14B8A6">
                <a:alpha val="0"/>
              </a:srgbClr>
            </a:solidFill>
            <a:prstDash val="solid"/>
          </a:ln>
        </p:spPr>
      </p:sp>
      <p:sp>
        <p:nvSpPr>
          <p:cNvPr id="4" name="Shape 2"/>
          <p:cNvSpPr/>
          <p:nvPr/>
        </p:nvSpPr>
        <p:spPr>
          <a:xfrm>
            <a:off x="9921240" y="320040"/>
            <a:ext cx="1051560" cy="1051560"/>
          </a:xfrm>
          <a:prstGeom prst="arc">
            <a:avLst/>
          </a:prstGeom>
          <a:noFill/>
          <a:ln w="25400">
            <a:solidFill>
              <a:srgbClr val="5EEAD4">
                <a:alpha val="80000"/>
              </a:srgbClr>
            </a:solidFill>
            <a:prstDash val="solid"/>
          </a:ln>
        </p:spPr>
      </p:sp>
      <p:sp>
        <p:nvSpPr>
          <p:cNvPr id="5" name="Shape 3"/>
          <p:cNvSpPr/>
          <p:nvPr/>
        </p:nvSpPr>
        <p:spPr>
          <a:xfrm>
            <a:off x="10314432" y="713232"/>
            <a:ext cx="1051560" cy="1051560"/>
          </a:xfrm>
          <a:prstGeom prst="arc">
            <a:avLst/>
          </a:prstGeom>
          <a:noFill/>
          <a:ln w="25400">
            <a:solidFill>
              <a:srgbClr val="35C2FF">
                <a:alpha val="65000"/>
              </a:srgbClr>
            </a:solidFill>
            <a:prstDash val="solid"/>
          </a:ln>
        </p:spPr>
      </p:sp>
      <p:sp>
        <p:nvSpPr>
          <p:cNvPr id="6" name="Text 4"/>
          <p:cNvSpPr/>
          <p:nvPr/>
        </p:nvSpPr>
        <p:spPr>
          <a:xfrm>
            <a:off x="566928" y="347472"/>
            <a:ext cx="8412480" cy="384048"/>
          </a:xfrm>
          <a:prstGeom prst="rect">
            <a:avLst/>
          </a:prstGeom>
          <a:noFill/>
          <a:ln/>
        </p:spPr>
        <p:txBody>
          <a:bodyPr wrap="square" lIns="0" tIns="0" rIns="0" bIns="0" rtlCol="0" anchor="ctr"/>
          <a:lstStyle/>
          <a:p>
            <a:pPr indent="0" marL="0">
              <a:buNone/>
            </a:pPr>
            <a:r>
              <a:rPr lang="en-US" sz="2400" b="1" dirty="0">
                <a:solidFill>
                  <a:srgbClr val="F8FAFC"/>
                </a:solidFill>
                <a:latin typeface="Aptos Display" pitchFamily="34" charset="0"/>
                <a:ea typeface="Aptos Display" pitchFamily="34" charset="-122"/>
                <a:cs typeface="Aptos Display" pitchFamily="34" charset="-120"/>
              </a:rPr>
              <a:t>6. Cas clé : émargement par QR code</a:t>
            </a:r>
            <a:endParaRPr lang="en-US" sz="2400" dirty="0"/>
          </a:p>
        </p:txBody>
      </p:sp>
      <p:sp>
        <p:nvSpPr>
          <p:cNvPr id="7" name="Text 5"/>
          <p:cNvSpPr/>
          <p:nvPr/>
        </p:nvSpPr>
        <p:spPr>
          <a:xfrm>
            <a:off x="603504" y="758952"/>
            <a:ext cx="8229600" cy="219456"/>
          </a:xfrm>
          <a:prstGeom prst="rect">
            <a:avLst/>
          </a:prstGeom>
          <a:noFill/>
          <a:ln/>
        </p:spPr>
        <p:txBody>
          <a:bodyPr wrap="square" lIns="0" tIns="0" rIns="0" bIns="0" rtlCol="0" anchor="ctr"/>
          <a:lstStyle/>
          <a:p>
            <a:pPr indent="0" marL="0">
              <a:buNone/>
            </a:pPr>
            <a:r>
              <a:rPr lang="en-US" sz="950" b="1" dirty="0">
                <a:solidFill>
                  <a:srgbClr val="5EEAD4"/>
                </a:solidFill>
              </a:rPr>
              <a:t>Simple pour l’utilisateur, contrôlé par le système</a:t>
            </a:r>
            <a:endParaRPr lang="en-US" sz="950" dirty="0"/>
          </a:p>
        </p:txBody>
      </p:sp>
      <p:sp>
        <p:nvSpPr>
          <p:cNvPr id="8" name="Shape 6"/>
          <p:cNvSpPr/>
          <p:nvPr/>
        </p:nvSpPr>
        <p:spPr>
          <a:xfrm>
            <a:off x="566928" y="1024128"/>
            <a:ext cx="1005840" cy="0"/>
          </a:xfrm>
          <a:prstGeom prst="line">
            <a:avLst/>
          </a:prstGeom>
          <a:noFill/>
          <a:ln w="38100">
            <a:solidFill>
              <a:srgbClr val="35C2FF"/>
            </a:solidFill>
            <a:prstDash val="solid"/>
          </a:ln>
        </p:spPr>
      </p:sp>
      <p:sp>
        <p:nvSpPr>
          <p:cNvPr id="9" name="Shape 7"/>
          <p:cNvSpPr/>
          <p:nvPr/>
        </p:nvSpPr>
        <p:spPr>
          <a:xfrm>
            <a:off x="658368" y="1417320"/>
            <a:ext cx="5166360" cy="4370832"/>
          </a:xfrm>
          <a:prstGeom prst="roundRect">
            <a:avLst>
              <a:gd name="adj" fmla="val 2510"/>
            </a:avLst>
          </a:prstGeom>
          <a:solidFill>
            <a:srgbClr val="FFFFFF"/>
          </a:solidFill>
          <a:ln w="12700">
            <a:solidFill>
              <a:srgbClr val="35C2FF">
                <a:alpha val="75000"/>
              </a:srgbClr>
            </a:solidFill>
            <a:prstDash val="solid"/>
          </a:ln>
        </p:spPr>
      </p:sp>
      <p:pic>
        <p:nvPicPr>
          <p:cNvPr id="10" name="Image 0" descr="C:\Users\mouss\projet_licence\suivi-pedagogique-system\MEMOIRE\generated_schemas\schema_acteurs.png">    </p:cNvPr>
          <p:cNvPicPr>
            <a:picLocks noChangeAspect="1"/>
          </p:cNvPicPr>
          <p:nvPr/>
        </p:nvPicPr>
        <p:blipFill>
          <a:blip r:embed="rId1"/>
          <a:stretch>
            <a:fillRect/>
          </a:stretch>
        </p:blipFill>
        <p:spPr>
          <a:xfrm>
            <a:off x="841248" y="1664208"/>
            <a:ext cx="4800600" cy="3822192"/>
          </a:xfrm>
          <a:prstGeom prst="rect">
            <a:avLst/>
          </a:prstGeom>
        </p:spPr>
      </p:pic>
      <p:sp>
        <p:nvSpPr>
          <p:cNvPr id="11" name="Shape 8"/>
          <p:cNvSpPr/>
          <p:nvPr/>
        </p:nvSpPr>
        <p:spPr>
          <a:xfrm>
            <a:off x="6236208" y="1417320"/>
            <a:ext cx="5257800" cy="4370832"/>
          </a:xfrm>
          <a:prstGeom prst="roundRect">
            <a:avLst>
              <a:gd name="adj" fmla="val 2510"/>
            </a:avLst>
          </a:prstGeom>
          <a:solidFill>
            <a:srgbClr val="0B2442"/>
          </a:solidFill>
          <a:ln w="12700">
            <a:solidFill>
              <a:srgbClr val="5EEAD4">
                <a:alpha val="88000"/>
              </a:srgbClr>
            </a:solidFill>
            <a:prstDash val="solid"/>
          </a:ln>
        </p:spPr>
      </p:sp>
      <p:sp>
        <p:nvSpPr>
          <p:cNvPr id="12" name="Shape 9"/>
          <p:cNvSpPr/>
          <p:nvPr/>
        </p:nvSpPr>
        <p:spPr>
          <a:xfrm>
            <a:off x="6565392" y="1847088"/>
            <a:ext cx="566928" cy="566928"/>
          </a:xfrm>
          <a:prstGeom prst="ellipse">
            <a:avLst/>
          </a:prstGeom>
          <a:solidFill>
            <a:srgbClr val="35C2FF"/>
          </a:solidFill>
          <a:ln w="12700">
            <a:solidFill>
              <a:srgbClr val="35C2FF">
                <a:alpha val="80000"/>
              </a:srgbClr>
            </a:solidFill>
            <a:prstDash val="solid"/>
          </a:ln>
        </p:spPr>
      </p:sp>
      <p:sp>
        <p:nvSpPr>
          <p:cNvPr id="13" name="Text 10"/>
          <p:cNvSpPr/>
          <p:nvPr/>
        </p:nvSpPr>
        <p:spPr>
          <a:xfrm>
            <a:off x="6565392" y="1965960"/>
            <a:ext cx="566928" cy="256032"/>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14" name="Text 11"/>
          <p:cNvSpPr/>
          <p:nvPr/>
        </p:nvSpPr>
        <p:spPr>
          <a:xfrm>
            <a:off x="7315200" y="1984248"/>
            <a:ext cx="3474720" cy="146304"/>
          </a:xfrm>
          <a:prstGeom prst="rect">
            <a:avLst/>
          </a:prstGeom>
          <a:noFill/>
          <a:ln/>
        </p:spPr>
        <p:txBody>
          <a:bodyPr wrap="square" lIns="0" tIns="0" rIns="0" bIns="0" rtlCol="0" anchor="ctr"/>
          <a:lstStyle/>
          <a:p>
            <a:pPr indent="0" marL="0">
              <a:buNone/>
            </a:pPr>
            <a:r>
              <a:rPr lang="en-US" sz="1150" dirty="0">
                <a:solidFill>
                  <a:srgbClr val="F8FAFC"/>
                </a:solidFill>
              </a:rPr>
              <a:t>L’admin planifie la séance</a:t>
            </a:r>
            <a:endParaRPr lang="en-US" sz="1150" dirty="0"/>
          </a:p>
        </p:txBody>
      </p:sp>
      <p:sp>
        <p:nvSpPr>
          <p:cNvPr id="15" name="Shape 12"/>
          <p:cNvSpPr/>
          <p:nvPr/>
        </p:nvSpPr>
        <p:spPr>
          <a:xfrm>
            <a:off x="6565392" y="2505456"/>
            <a:ext cx="566928" cy="566928"/>
          </a:xfrm>
          <a:prstGeom prst="ellipse">
            <a:avLst/>
          </a:prstGeom>
          <a:solidFill>
            <a:srgbClr val="5EEAD4"/>
          </a:solidFill>
          <a:ln w="12700">
            <a:solidFill>
              <a:srgbClr val="5EEAD4">
                <a:alpha val="80000"/>
              </a:srgbClr>
            </a:solidFill>
            <a:prstDash val="solid"/>
          </a:ln>
        </p:spPr>
      </p:sp>
      <p:sp>
        <p:nvSpPr>
          <p:cNvPr id="16" name="Text 13"/>
          <p:cNvSpPr/>
          <p:nvPr/>
        </p:nvSpPr>
        <p:spPr>
          <a:xfrm>
            <a:off x="6565392" y="2624328"/>
            <a:ext cx="566928" cy="256032"/>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7" name="Text 14"/>
          <p:cNvSpPr/>
          <p:nvPr/>
        </p:nvSpPr>
        <p:spPr>
          <a:xfrm>
            <a:off x="7315200" y="2642616"/>
            <a:ext cx="3474720" cy="146304"/>
          </a:xfrm>
          <a:prstGeom prst="rect">
            <a:avLst/>
          </a:prstGeom>
          <a:noFill/>
          <a:ln/>
        </p:spPr>
        <p:txBody>
          <a:bodyPr wrap="square" lIns="0" tIns="0" rIns="0" bIns="0" rtlCol="0" anchor="ctr"/>
          <a:lstStyle/>
          <a:p>
            <a:pPr indent="0" marL="0">
              <a:buNone/>
            </a:pPr>
            <a:r>
              <a:rPr lang="en-US" sz="1150" dirty="0">
                <a:solidFill>
                  <a:srgbClr val="F8FAFC"/>
                </a:solidFill>
              </a:rPr>
              <a:t>Le système génère le QR code</a:t>
            </a:r>
            <a:endParaRPr lang="en-US" sz="1150" dirty="0"/>
          </a:p>
        </p:txBody>
      </p:sp>
      <p:sp>
        <p:nvSpPr>
          <p:cNvPr id="18" name="Shape 15"/>
          <p:cNvSpPr/>
          <p:nvPr/>
        </p:nvSpPr>
        <p:spPr>
          <a:xfrm>
            <a:off x="6565392" y="3163824"/>
            <a:ext cx="566928" cy="566928"/>
          </a:xfrm>
          <a:prstGeom prst="ellipse">
            <a:avLst/>
          </a:prstGeom>
          <a:solidFill>
            <a:srgbClr val="22C55E"/>
          </a:solidFill>
          <a:ln w="12700">
            <a:solidFill>
              <a:srgbClr val="22C55E">
                <a:alpha val="80000"/>
              </a:srgbClr>
            </a:solidFill>
            <a:prstDash val="solid"/>
          </a:ln>
        </p:spPr>
      </p:sp>
      <p:sp>
        <p:nvSpPr>
          <p:cNvPr id="19" name="Text 16"/>
          <p:cNvSpPr/>
          <p:nvPr/>
        </p:nvSpPr>
        <p:spPr>
          <a:xfrm>
            <a:off x="6565392" y="3282696"/>
            <a:ext cx="566928" cy="256032"/>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20" name="Text 17"/>
          <p:cNvSpPr/>
          <p:nvPr/>
        </p:nvSpPr>
        <p:spPr>
          <a:xfrm>
            <a:off x="7315200" y="3300984"/>
            <a:ext cx="3474720" cy="146304"/>
          </a:xfrm>
          <a:prstGeom prst="rect">
            <a:avLst/>
          </a:prstGeom>
          <a:noFill/>
          <a:ln/>
        </p:spPr>
        <p:txBody>
          <a:bodyPr wrap="square" lIns="0" tIns="0" rIns="0" bIns="0" rtlCol="0" anchor="ctr"/>
          <a:lstStyle/>
          <a:p>
            <a:pPr indent="0" marL="0">
              <a:buNone/>
            </a:pPr>
            <a:r>
              <a:rPr lang="en-US" sz="1150" dirty="0">
                <a:solidFill>
                  <a:srgbClr val="F8FAFC"/>
                </a:solidFill>
              </a:rPr>
              <a:t>L’enseignant scanne avec le mobile</a:t>
            </a:r>
            <a:endParaRPr lang="en-US" sz="1150" dirty="0"/>
          </a:p>
        </p:txBody>
      </p:sp>
      <p:sp>
        <p:nvSpPr>
          <p:cNvPr id="21" name="Shape 18"/>
          <p:cNvSpPr/>
          <p:nvPr/>
        </p:nvSpPr>
        <p:spPr>
          <a:xfrm>
            <a:off x="6565392" y="3822192"/>
            <a:ext cx="566928" cy="566928"/>
          </a:xfrm>
          <a:prstGeom prst="ellipse">
            <a:avLst/>
          </a:prstGeom>
          <a:solidFill>
            <a:srgbClr val="A78BFA"/>
          </a:solidFill>
          <a:ln w="12700">
            <a:solidFill>
              <a:srgbClr val="A78BFA">
                <a:alpha val="80000"/>
              </a:srgbClr>
            </a:solidFill>
            <a:prstDash val="solid"/>
          </a:ln>
        </p:spPr>
      </p:sp>
      <p:sp>
        <p:nvSpPr>
          <p:cNvPr id="22" name="Text 19"/>
          <p:cNvSpPr/>
          <p:nvPr/>
        </p:nvSpPr>
        <p:spPr>
          <a:xfrm>
            <a:off x="6565392" y="3941064"/>
            <a:ext cx="566928" cy="256032"/>
          </a:xfrm>
          <a:prstGeom prst="rect">
            <a:avLst/>
          </a:prstGeom>
          <a:no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23" name="Text 20"/>
          <p:cNvSpPr/>
          <p:nvPr/>
        </p:nvSpPr>
        <p:spPr>
          <a:xfrm>
            <a:off x="7315200" y="3959352"/>
            <a:ext cx="3474720" cy="146304"/>
          </a:xfrm>
          <a:prstGeom prst="rect">
            <a:avLst/>
          </a:prstGeom>
          <a:noFill/>
          <a:ln/>
        </p:spPr>
        <p:txBody>
          <a:bodyPr wrap="square" lIns="0" tIns="0" rIns="0" bIns="0" rtlCol="0" anchor="ctr"/>
          <a:lstStyle/>
          <a:p>
            <a:pPr indent="0" marL="0">
              <a:buNone/>
            </a:pPr>
            <a:r>
              <a:rPr lang="en-US" sz="1150" dirty="0">
                <a:solidFill>
                  <a:srgbClr val="F8FAFC"/>
                </a:solidFill>
              </a:rPr>
              <a:t>L’API vérifie la séance</a:t>
            </a:r>
            <a:endParaRPr lang="en-US" sz="1150" dirty="0"/>
          </a:p>
        </p:txBody>
      </p:sp>
      <p:sp>
        <p:nvSpPr>
          <p:cNvPr id="24" name="Shape 21"/>
          <p:cNvSpPr/>
          <p:nvPr/>
        </p:nvSpPr>
        <p:spPr>
          <a:xfrm>
            <a:off x="6565392" y="4480560"/>
            <a:ext cx="566928" cy="566928"/>
          </a:xfrm>
          <a:prstGeom prst="ellipse">
            <a:avLst/>
          </a:prstGeom>
          <a:solidFill>
            <a:srgbClr val="F59E0B"/>
          </a:solidFill>
          <a:ln w="12700">
            <a:solidFill>
              <a:srgbClr val="F59E0B">
                <a:alpha val="80000"/>
              </a:srgbClr>
            </a:solidFill>
            <a:prstDash val="solid"/>
          </a:ln>
        </p:spPr>
      </p:sp>
      <p:sp>
        <p:nvSpPr>
          <p:cNvPr id="25" name="Text 22"/>
          <p:cNvSpPr/>
          <p:nvPr/>
        </p:nvSpPr>
        <p:spPr>
          <a:xfrm>
            <a:off x="6565392" y="4599432"/>
            <a:ext cx="566928" cy="256032"/>
          </a:xfrm>
          <a:prstGeom prst="rect">
            <a:avLst/>
          </a:prstGeom>
          <a:noFill/>
          <a:ln/>
        </p:spPr>
        <p:txBody>
          <a:bodyPr wrap="square" lIns="0" tIns="0" rIns="0" bIns="0" rtlCol="0" anchor="ctr"/>
          <a:lstStyle/>
          <a:p>
            <a:pPr algn="ctr" indent="0" marL="0">
              <a:buNone/>
            </a:pPr>
            <a:r>
              <a:rPr lang="en-US" sz="1500" b="1" dirty="0">
                <a:solidFill>
                  <a:srgbClr val="FFFFFF"/>
                </a:solidFill>
              </a:rPr>
              <a:t>5</a:t>
            </a:r>
            <a:endParaRPr lang="en-US" sz="1500" dirty="0"/>
          </a:p>
        </p:txBody>
      </p:sp>
      <p:sp>
        <p:nvSpPr>
          <p:cNvPr id="26" name="Text 23"/>
          <p:cNvSpPr/>
          <p:nvPr/>
        </p:nvSpPr>
        <p:spPr>
          <a:xfrm>
            <a:off x="7315200" y="4617720"/>
            <a:ext cx="3474720" cy="146304"/>
          </a:xfrm>
          <a:prstGeom prst="rect">
            <a:avLst/>
          </a:prstGeom>
          <a:noFill/>
          <a:ln/>
        </p:spPr>
        <p:txBody>
          <a:bodyPr wrap="square" lIns="0" tIns="0" rIns="0" bIns="0" rtlCol="0" anchor="ctr"/>
          <a:lstStyle/>
          <a:p>
            <a:pPr indent="0" marL="0">
              <a:buNone/>
            </a:pPr>
            <a:r>
              <a:rPr lang="en-US" sz="1150" b="1" dirty="0">
                <a:solidFill>
                  <a:srgbClr val="F8FAFC"/>
                </a:solidFill>
              </a:rPr>
              <a:t>L’émargement est enregistré</a:t>
            </a:r>
            <a:endParaRPr lang="en-US" sz="1150" dirty="0"/>
          </a:p>
        </p:txBody>
      </p:sp>
      <p:sp>
        <p:nvSpPr>
          <p:cNvPr id="27" name="Text 24"/>
          <p:cNvSpPr/>
          <p:nvPr/>
        </p:nvSpPr>
        <p:spPr>
          <a:xfrm>
            <a:off x="7315200" y="5230368"/>
            <a:ext cx="3566160" cy="109728"/>
          </a:xfrm>
          <a:prstGeom prst="rect">
            <a:avLst/>
          </a:prstGeom>
          <a:noFill/>
          <a:ln/>
        </p:spPr>
        <p:txBody>
          <a:bodyPr wrap="square" lIns="0" tIns="0" rIns="0" bIns="0" rtlCol="0" anchor="ctr"/>
          <a:lstStyle/>
          <a:p>
            <a:pPr algn="ctr" indent="0" marL="0">
              <a:buNone/>
            </a:pPr>
            <a:r>
              <a:rPr lang="en-US" sz="900" b="1" dirty="0">
                <a:solidFill>
                  <a:srgbClr val="5EEAD4"/>
                </a:solidFill>
              </a:rPr>
              <a:t>Traçabilité : qui ? quand ? quelle séance ?</a:t>
            </a:r>
            <a:endParaRPr lang="en-US" sz="900" dirty="0"/>
          </a:p>
        </p:txBody>
      </p:sp>
      <p:sp>
        <p:nvSpPr>
          <p:cNvPr id="25" name="Slide Number Placeholder 0"/>
          <p:cNvSpPr>
            <a:spLocks noGrp="1"/>
          </p:cNvSpPr>
          <p:nvPr>
            <p:ph type="sldNum" sz="quarter" idx="4294967295"/>
          </p:nvPr>
        </p:nvSpPr>
        <p:spPr>
          <a:xfrm>
            <a:off x="11841480" y="6565392"/>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5EEAD4"/>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71A2F"/>
        </a:solidFill>
      </p:bgPr>
    </p:bg>
    <p:spTree>
      <p:nvGrpSpPr>
        <p:cNvPr id="1" name=""/>
        <p:cNvGrpSpPr/>
        <p:nvPr/>
      </p:nvGrpSpPr>
      <p:grpSpPr>
        <a:xfrm>
          <a:off x="0" y="0"/>
          <a:ext cx="0" cy="0"/>
          <a:chOff x="0" y="0"/>
          <a:chExt cx="0" cy="0"/>
        </a:xfrm>
      </p:grpSpPr>
      <p:sp>
        <p:nvSpPr>
          <p:cNvPr id="2" name="Shape 0"/>
          <p:cNvSpPr/>
          <p:nvPr/>
        </p:nvSpPr>
        <p:spPr>
          <a:xfrm>
            <a:off x="-1005840" y="-822960"/>
            <a:ext cx="4023360" cy="4023360"/>
          </a:xfrm>
          <a:prstGeom prst="ellipse">
            <a:avLst/>
          </a:prstGeom>
          <a:solidFill>
            <a:srgbClr val="0EA5E9">
              <a:alpha val="22000"/>
            </a:srgbClr>
          </a:solidFill>
          <a:ln w="12700">
            <a:solidFill>
              <a:srgbClr val="0EA5E9">
                <a:alpha val="0"/>
              </a:srgbClr>
            </a:solidFill>
            <a:prstDash val="solid"/>
          </a:ln>
        </p:spPr>
      </p:sp>
      <p:sp>
        <p:nvSpPr>
          <p:cNvPr id="3" name="Shape 1"/>
          <p:cNvSpPr/>
          <p:nvPr/>
        </p:nvSpPr>
        <p:spPr>
          <a:xfrm>
            <a:off x="9646920" y="4480560"/>
            <a:ext cx="3383280" cy="3383280"/>
          </a:xfrm>
          <a:prstGeom prst="ellipse">
            <a:avLst/>
          </a:prstGeom>
          <a:solidFill>
            <a:srgbClr val="14B8A6">
              <a:alpha val="18000"/>
            </a:srgbClr>
          </a:solidFill>
          <a:ln w="12700">
            <a:solidFill>
              <a:srgbClr val="14B8A6">
                <a:alpha val="0"/>
              </a:srgbClr>
            </a:solidFill>
            <a:prstDash val="solid"/>
          </a:ln>
        </p:spPr>
      </p:sp>
      <p:sp>
        <p:nvSpPr>
          <p:cNvPr id="4" name="Shape 2"/>
          <p:cNvSpPr/>
          <p:nvPr/>
        </p:nvSpPr>
        <p:spPr>
          <a:xfrm>
            <a:off x="9921240" y="320040"/>
            <a:ext cx="1051560" cy="1051560"/>
          </a:xfrm>
          <a:prstGeom prst="arc">
            <a:avLst/>
          </a:prstGeom>
          <a:noFill/>
          <a:ln w="25400">
            <a:solidFill>
              <a:srgbClr val="5EEAD4">
                <a:alpha val="80000"/>
              </a:srgbClr>
            </a:solidFill>
            <a:prstDash val="solid"/>
          </a:ln>
        </p:spPr>
      </p:sp>
      <p:sp>
        <p:nvSpPr>
          <p:cNvPr id="5" name="Shape 3"/>
          <p:cNvSpPr/>
          <p:nvPr/>
        </p:nvSpPr>
        <p:spPr>
          <a:xfrm>
            <a:off x="10314432" y="713232"/>
            <a:ext cx="1051560" cy="1051560"/>
          </a:xfrm>
          <a:prstGeom prst="arc">
            <a:avLst/>
          </a:prstGeom>
          <a:noFill/>
          <a:ln w="25400">
            <a:solidFill>
              <a:srgbClr val="35C2FF">
                <a:alpha val="65000"/>
              </a:srgbClr>
            </a:solidFill>
            <a:prstDash val="solid"/>
          </a:ln>
        </p:spPr>
      </p:sp>
      <p:sp>
        <p:nvSpPr>
          <p:cNvPr id="6" name="Text 4"/>
          <p:cNvSpPr/>
          <p:nvPr/>
        </p:nvSpPr>
        <p:spPr>
          <a:xfrm>
            <a:off x="566928" y="347472"/>
            <a:ext cx="8412480" cy="384048"/>
          </a:xfrm>
          <a:prstGeom prst="rect">
            <a:avLst/>
          </a:prstGeom>
          <a:noFill/>
          <a:ln/>
        </p:spPr>
        <p:txBody>
          <a:bodyPr wrap="square" lIns="0" tIns="0" rIns="0" bIns="0" rtlCol="0" anchor="ctr"/>
          <a:lstStyle/>
          <a:p>
            <a:pPr indent="0" marL="0">
              <a:buNone/>
            </a:pPr>
            <a:r>
              <a:rPr lang="en-US" sz="2400" b="1" dirty="0">
                <a:solidFill>
                  <a:srgbClr val="F8FAFC"/>
                </a:solidFill>
                <a:latin typeface="Aptos Display" pitchFamily="34" charset="0"/>
                <a:ea typeface="Aptos Display" pitchFamily="34" charset="-122"/>
                <a:cs typeface="Aptos Display" pitchFamily="34" charset="-120"/>
              </a:rPr>
              <a:t>7. Impact et perspectives</a:t>
            </a:r>
            <a:endParaRPr lang="en-US" sz="2400" dirty="0"/>
          </a:p>
        </p:txBody>
      </p:sp>
      <p:sp>
        <p:nvSpPr>
          <p:cNvPr id="7" name="Text 5"/>
          <p:cNvSpPr/>
          <p:nvPr/>
        </p:nvSpPr>
        <p:spPr>
          <a:xfrm>
            <a:off x="603504" y="758952"/>
            <a:ext cx="8229600" cy="219456"/>
          </a:xfrm>
          <a:prstGeom prst="rect">
            <a:avLst/>
          </a:prstGeom>
          <a:noFill/>
          <a:ln/>
        </p:spPr>
        <p:txBody>
          <a:bodyPr wrap="square" lIns="0" tIns="0" rIns="0" bIns="0" rtlCol="0" anchor="ctr"/>
          <a:lstStyle/>
          <a:p>
            <a:pPr indent="0" marL="0">
              <a:buNone/>
            </a:pPr>
            <a:r>
              <a:rPr lang="en-US" sz="950" b="1" dirty="0">
                <a:solidFill>
                  <a:srgbClr val="5EEAD4"/>
                </a:solidFill>
              </a:rPr>
              <a:t>Ce que le projet apporte concrètement</a:t>
            </a:r>
            <a:endParaRPr lang="en-US" sz="950" dirty="0"/>
          </a:p>
        </p:txBody>
      </p:sp>
      <p:sp>
        <p:nvSpPr>
          <p:cNvPr id="8" name="Shape 6"/>
          <p:cNvSpPr/>
          <p:nvPr/>
        </p:nvSpPr>
        <p:spPr>
          <a:xfrm>
            <a:off x="566928" y="1024128"/>
            <a:ext cx="1005840" cy="0"/>
          </a:xfrm>
          <a:prstGeom prst="line">
            <a:avLst/>
          </a:prstGeom>
          <a:noFill/>
          <a:ln w="38100">
            <a:solidFill>
              <a:srgbClr val="35C2FF"/>
            </a:solidFill>
            <a:prstDash val="solid"/>
          </a:ln>
        </p:spPr>
      </p:sp>
      <p:sp>
        <p:nvSpPr>
          <p:cNvPr id="9" name="Shape 7"/>
          <p:cNvSpPr/>
          <p:nvPr/>
        </p:nvSpPr>
        <p:spPr>
          <a:xfrm>
            <a:off x="822960" y="1417320"/>
            <a:ext cx="3063240" cy="1481328"/>
          </a:xfrm>
          <a:prstGeom prst="roundRect">
            <a:avLst>
              <a:gd name="adj" fmla="val 7407"/>
            </a:avLst>
          </a:prstGeom>
          <a:solidFill>
            <a:srgbClr val="0B2442"/>
          </a:solidFill>
          <a:ln w="12700">
            <a:solidFill>
              <a:srgbClr val="22C55E">
                <a:alpha val="88000"/>
              </a:srgbClr>
            </a:solidFill>
            <a:prstDash val="solid"/>
          </a:ln>
        </p:spPr>
      </p:sp>
      <p:sp>
        <p:nvSpPr>
          <p:cNvPr id="10" name="Text 8"/>
          <p:cNvSpPr/>
          <p:nvPr/>
        </p:nvSpPr>
        <p:spPr>
          <a:xfrm>
            <a:off x="1124712" y="1755648"/>
            <a:ext cx="2286000" cy="182880"/>
          </a:xfrm>
          <a:prstGeom prst="rect">
            <a:avLst/>
          </a:prstGeom>
          <a:noFill/>
          <a:ln/>
        </p:spPr>
        <p:txBody>
          <a:bodyPr wrap="square" lIns="0" tIns="0" rIns="0" bIns="0" rtlCol="0" anchor="ctr"/>
          <a:lstStyle/>
          <a:p>
            <a:pPr algn="ctr" indent="0" marL="0">
              <a:buNone/>
            </a:pPr>
            <a:r>
              <a:rPr lang="en-US" sz="1700" b="1" dirty="0">
                <a:solidFill>
                  <a:srgbClr val="F8FAFC"/>
                </a:solidFill>
              </a:rPr>
              <a:t>Fiabilité</a:t>
            </a:r>
            <a:endParaRPr lang="en-US" sz="1700" dirty="0"/>
          </a:p>
        </p:txBody>
      </p:sp>
      <p:sp>
        <p:nvSpPr>
          <p:cNvPr id="11" name="Text 9"/>
          <p:cNvSpPr/>
          <p:nvPr/>
        </p:nvSpPr>
        <p:spPr>
          <a:xfrm>
            <a:off x="1078992" y="2212848"/>
            <a:ext cx="2331720" cy="320040"/>
          </a:xfrm>
          <a:prstGeom prst="rect">
            <a:avLst/>
          </a:prstGeom>
          <a:noFill/>
          <a:ln/>
        </p:spPr>
        <p:txBody>
          <a:bodyPr wrap="square" lIns="0" tIns="0" rIns="0" bIns="0" rtlCol="0" anchor="ctr"/>
          <a:lstStyle/>
          <a:p>
            <a:pPr algn="ctr" indent="0" marL="0">
              <a:buNone/>
            </a:pPr>
            <a:r>
              <a:rPr lang="en-US" sz="980" dirty="0">
                <a:solidFill>
                  <a:srgbClr val="B8C7D9"/>
                </a:solidFill>
              </a:rPr>
              <a:t>émargement horodaté</a:t>
            </a:r>
            <a:endParaRPr lang="en-US" sz="980" dirty="0"/>
          </a:p>
          <a:p>
            <a:pPr algn="ctr" indent="0" marL="0">
              <a:buNone/>
            </a:pPr>
            <a:r>
              <a:rPr lang="en-US" sz="980" dirty="0">
                <a:solidFill>
                  <a:srgbClr val="B8C7D9"/>
                </a:solidFill>
              </a:rPr>
              <a:t>et traçable</a:t>
            </a:r>
            <a:endParaRPr lang="en-US" sz="980" dirty="0"/>
          </a:p>
        </p:txBody>
      </p:sp>
      <p:sp>
        <p:nvSpPr>
          <p:cNvPr id="12" name="Shape 10"/>
          <p:cNvSpPr/>
          <p:nvPr/>
        </p:nvSpPr>
        <p:spPr>
          <a:xfrm>
            <a:off x="4526280" y="1417320"/>
            <a:ext cx="3063240" cy="1481328"/>
          </a:xfrm>
          <a:prstGeom prst="roundRect">
            <a:avLst>
              <a:gd name="adj" fmla="val 7407"/>
            </a:avLst>
          </a:prstGeom>
          <a:solidFill>
            <a:srgbClr val="0B2442"/>
          </a:solidFill>
          <a:ln w="12700">
            <a:solidFill>
              <a:srgbClr val="35C2FF">
                <a:alpha val="88000"/>
              </a:srgbClr>
            </a:solidFill>
            <a:prstDash val="solid"/>
          </a:ln>
        </p:spPr>
      </p:sp>
      <p:sp>
        <p:nvSpPr>
          <p:cNvPr id="13" name="Text 11"/>
          <p:cNvSpPr/>
          <p:nvPr/>
        </p:nvSpPr>
        <p:spPr>
          <a:xfrm>
            <a:off x="4828032" y="1755648"/>
            <a:ext cx="2286000" cy="182880"/>
          </a:xfrm>
          <a:prstGeom prst="rect">
            <a:avLst/>
          </a:prstGeom>
          <a:noFill/>
          <a:ln/>
        </p:spPr>
        <p:txBody>
          <a:bodyPr wrap="square" lIns="0" tIns="0" rIns="0" bIns="0" rtlCol="0" anchor="ctr"/>
          <a:lstStyle/>
          <a:p>
            <a:pPr algn="ctr" indent="0" marL="0">
              <a:buNone/>
            </a:pPr>
            <a:r>
              <a:rPr lang="en-US" sz="1700" b="1" dirty="0">
                <a:solidFill>
                  <a:srgbClr val="F8FAFC"/>
                </a:solidFill>
              </a:rPr>
              <a:t>Gain de temps</a:t>
            </a:r>
            <a:endParaRPr lang="en-US" sz="1700" dirty="0"/>
          </a:p>
        </p:txBody>
      </p:sp>
      <p:sp>
        <p:nvSpPr>
          <p:cNvPr id="14" name="Text 12"/>
          <p:cNvSpPr/>
          <p:nvPr/>
        </p:nvSpPr>
        <p:spPr>
          <a:xfrm>
            <a:off x="4782312" y="2212848"/>
            <a:ext cx="2331720" cy="320040"/>
          </a:xfrm>
          <a:prstGeom prst="rect">
            <a:avLst/>
          </a:prstGeom>
          <a:noFill/>
          <a:ln/>
        </p:spPr>
        <p:txBody>
          <a:bodyPr wrap="square" lIns="0" tIns="0" rIns="0" bIns="0" rtlCol="0" anchor="ctr"/>
          <a:lstStyle/>
          <a:p>
            <a:pPr algn="ctr" indent="0" marL="0">
              <a:buNone/>
            </a:pPr>
            <a:r>
              <a:rPr lang="en-US" sz="980" dirty="0">
                <a:solidFill>
                  <a:srgbClr val="B8C7D9"/>
                </a:solidFill>
              </a:rPr>
              <a:t>moins de saisie</a:t>
            </a:r>
            <a:endParaRPr lang="en-US" sz="980" dirty="0"/>
          </a:p>
          <a:p>
            <a:pPr algn="ctr" indent="0" marL="0">
              <a:buNone/>
            </a:pPr>
            <a:r>
              <a:rPr lang="en-US" sz="980" dirty="0">
                <a:solidFill>
                  <a:srgbClr val="B8C7D9"/>
                </a:solidFill>
              </a:rPr>
              <a:t>manuelle</a:t>
            </a:r>
            <a:endParaRPr lang="en-US" sz="980" dirty="0"/>
          </a:p>
        </p:txBody>
      </p:sp>
      <p:sp>
        <p:nvSpPr>
          <p:cNvPr id="15" name="Shape 13"/>
          <p:cNvSpPr/>
          <p:nvPr/>
        </p:nvSpPr>
        <p:spPr>
          <a:xfrm>
            <a:off x="8229600" y="1417320"/>
            <a:ext cx="3063240" cy="1481328"/>
          </a:xfrm>
          <a:prstGeom prst="roundRect">
            <a:avLst>
              <a:gd name="adj" fmla="val 7407"/>
            </a:avLst>
          </a:prstGeom>
          <a:solidFill>
            <a:srgbClr val="0B2442"/>
          </a:solidFill>
          <a:ln w="12700">
            <a:solidFill>
              <a:srgbClr val="5EEAD4">
                <a:alpha val="88000"/>
              </a:srgbClr>
            </a:solidFill>
            <a:prstDash val="solid"/>
          </a:ln>
        </p:spPr>
      </p:sp>
      <p:sp>
        <p:nvSpPr>
          <p:cNvPr id="16" name="Text 14"/>
          <p:cNvSpPr/>
          <p:nvPr/>
        </p:nvSpPr>
        <p:spPr>
          <a:xfrm>
            <a:off x="8531352" y="1755648"/>
            <a:ext cx="2286000" cy="182880"/>
          </a:xfrm>
          <a:prstGeom prst="rect">
            <a:avLst/>
          </a:prstGeom>
          <a:noFill/>
          <a:ln/>
        </p:spPr>
        <p:txBody>
          <a:bodyPr wrap="square" lIns="0" tIns="0" rIns="0" bIns="0" rtlCol="0" anchor="ctr"/>
          <a:lstStyle/>
          <a:p>
            <a:pPr algn="ctr" indent="0" marL="0">
              <a:buNone/>
            </a:pPr>
            <a:r>
              <a:rPr lang="en-US" sz="1700" b="1" dirty="0">
                <a:solidFill>
                  <a:srgbClr val="F8FAFC"/>
                </a:solidFill>
              </a:rPr>
              <a:t>Transparence</a:t>
            </a:r>
            <a:endParaRPr lang="en-US" sz="1700" dirty="0"/>
          </a:p>
        </p:txBody>
      </p:sp>
      <p:sp>
        <p:nvSpPr>
          <p:cNvPr id="17" name="Text 15"/>
          <p:cNvSpPr/>
          <p:nvPr/>
        </p:nvSpPr>
        <p:spPr>
          <a:xfrm>
            <a:off x="8485632" y="2212848"/>
            <a:ext cx="2331720" cy="320040"/>
          </a:xfrm>
          <a:prstGeom prst="rect">
            <a:avLst/>
          </a:prstGeom>
          <a:noFill/>
          <a:ln/>
        </p:spPr>
        <p:txBody>
          <a:bodyPr wrap="square" lIns="0" tIns="0" rIns="0" bIns="0" rtlCol="0" anchor="ctr"/>
          <a:lstStyle/>
          <a:p>
            <a:pPr algn="ctr" indent="0" marL="0">
              <a:buNone/>
            </a:pPr>
            <a:r>
              <a:rPr lang="en-US" sz="980" dirty="0">
                <a:solidFill>
                  <a:srgbClr val="B8C7D9"/>
                </a:solidFill>
              </a:rPr>
              <a:t>honoraires liés aux</a:t>
            </a:r>
            <a:endParaRPr lang="en-US" sz="980" dirty="0"/>
          </a:p>
          <a:p>
            <a:pPr algn="ctr" indent="0" marL="0">
              <a:buNone/>
            </a:pPr>
            <a:r>
              <a:rPr lang="en-US" sz="980" dirty="0">
                <a:solidFill>
                  <a:srgbClr val="B8C7D9"/>
                </a:solidFill>
              </a:rPr>
              <a:t>séances validées</a:t>
            </a:r>
            <a:endParaRPr lang="en-US" sz="980" dirty="0"/>
          </a:p>
        </p:txBody>
      </p:sp>
      <p:sp>
        <p:nvSpPr>
          <p:cNvPr id="18" name="Shape 16"/>
          <p:cNvSpPr/>
          <p:nvPr/>
        </p:nvSpPr>
        <p:spPr>
          <a:xfrm>
            <a:off x="868680" y="3657600"/>
            <a:ext cx="5166360" cy="1417320"/>
          </a:xfrm>
          <a:prstGeom prst="roundRect">
            <a:avLst>
              <a:gd name="adj" fmla="val 7742"/>
            </a:avLst>
          </a:prstGeom>
          <a:solidFill>
            <a:srgbClr val="102E50"/>
          </a:solidFill>
          <a:ln w="12700">
            <a:solidFill>
              <a:srgbClr val="F59E0B">
                <a:alpha val="80000"/>
              </a:srgbClr>
            </a:solidFill>
            <a:prstDash val="solid"/>
          </a:ln>
        </p:spPr>
      </p:sp>
      <p:sp>
        <p:nvSpPr>
          <p:cNvPr id="19" name="Text 17"/>
          <p:cNvSpPr/>
          <p:nvPr/>
        </p:nvSpPr>
        <p:spPr>
          <a:xfrm>
            <a:off x="1207008" y="3913632"/>
            <a:ext cx="1828800" cy="201168"/>
          </a:xfrm>
          <a:prstGeom prst="rect">
            <a:avLst/>
          </a:prstGeom>
          <a:noFill/>
          <a:ln/>
        </p:spPr>
        <p:txBody>
          <a:bodyPr wrap="square" lIns="0" tIns="0" rIns="0" bIns="0" rtlCol="0" anchor="ctr"/>
          <a:lstStyle/>
          <a:p>
            <a:pPr indent="0" marL="0">
              <a:buNone/>
            </a:pPr>
            <a:r>
              <a:rPr lang="en-US" sz="1500" b="1" dirty="0">
                <a:solidFill>
                  <a:srgbClr val="F8FAFC"/>
                </a:solidFill>
              </a:rPr>
              <a:t>Limites actuelles</a:t>
            </a:r>
            <a:endParaRPr lang="en-US" sz="1500" dirty="0"/>
          </a:p>
        </p:txBody>
      </p:sp>
      <p:sp>
        <p:nvSpPr>
          <p:cNvPr id="20" name="Text 18"/>
          <p:cNvSpPr/>
          <p:nvPr/>
        </p:nvSpPr>
        <p:spPr>
          <a:xfrm>
            <a:off x="1234440" y="4279392"/>
            <a:ext cx="4160520" cy="502920"/>
          </a:xfrm>
          <a:prstGeom prst="rect">
            <a:avLst/>
          </a:prstGeom>
          <a:noFill/>
          <a:ln/>
        </p:spPr>
        <p:txBody>
          <a:bodyPr wrap="square" lIns="0" tIns="0" rIns="0" bIns="0" rtlCol="0" anchor="ctr"/>
          <a:lstStyle/>
          <a:p>
            <a:pPr indent="0" marL="0">
              <a:buNone/>
            </a:pPr>
            <a:r>
              <a:rPr lang="en-US" sz="950" dirty="0">
                <a:solidFill>
                  <a:srgbClr val="B8C7D9"/>
                </a:solidFill>
              </a:rPr>
              <a:t>• Tests automatisés à renforcer</a:t>
            </a:r>
            <a:endParaRPr lang="en-US" sz="950" dirty="0"/>
          </a:p>
          <a:p>
            <a:pPr indent="0" marL="0">
              <a:buNone/>
            </a:pPr>
            <a:r>
              <a:rPr lang="en-US" sz="950" dirty="0">
                <a:solidFill>
                  <a:srgbClr val="B8C7D9"/>
                </a:solidFill>
              </a:rPr>
              <a:t>• Configuration de production à durcir</a:t>
            </a:r>
            <a:endParaRPr lang="en-US" sz="950" dirty="0"/>
          </a:p>
          <a:p>
            <a:pPr indent="0" marL="0">
              <a:buNone/>
            </a:pPr>
            <a:r>
              <a:rPr lang="en-US" sz="950" dirty="0">
                <a:solidFill>
                  <a:srgbClr val="B8C7D9"/>
                </a:solidFill>
              </a:rPr>
              <a:t>• Packaging mobile final à préparer</a:t>
            </a:r>
            <a:endParaRPr lang="en-US" sz="950" dirty="0"/>
          </a:p>
        </p:txBody>
      </p:sp>
      <p:sp>
        <p:nvSpPr>
          <p:cNvPr id="21" name="Shape 19"/>
          <p:cNvSpPr/>
          <p:nvPr/>
        </p:nvSpPr>
        <p:spPr>
          <a:xfrm>
            <a:off x="6355080" y="3657600"/>
            <a:ext cx="4800600" cy="1417320"/>
          </a:xfrm>
          <a:prstGeom prst="roundRect">
            <a:avLst>
              <a:gd name="adj" fmla="val 7742"/>
            </a:avLst>
          </a:prstGeom>
          <a:solidFill>
            <a:srgbClr val="102E50"/>
          </a:solidFill>
          <a:ln w="12700">
            <a:solidFill>
              <a:srgbClr val="5EEAD4">
                <a:alpha val="80000"/>
              </a:srgbClr>
            </a:solidFill>
            <a:prstDash val="solid"/>
          </a:ln>
        </p:spPr>
      </p:sp>
      <p:sp>
        <p:nvSpPr>
          <p:cNvPr id="22" name="Text 20"/>
          <p:cNvSpPr/>
          <p:nvPr/>
        </p:nvSpPr>
        <p:spPr>
          <a:xfrm>
            <a:off x="6693408" y="3913632"/>
            <a:ext cx="1828800" cy="201168"/>
          </a:xfrm>
          <a:prstGeom prst="rect">
            <a:avLst/>
          </a:prstGeom>
          <a:noFill/>
          <a:ln/>
        </p:spPr>
        <p:txBody>
          <a:bodyPr wrap="square" lIns="0" tIns="0" rIns="0" bIns="0" rtlCol="0" anchor="ctr"/>
          <a:lstStyle/>
          <a:p>
            <a:pPr indent="0" marL="0">
              <a:buNone/>
            </a:pPr>
            <a:r>
              <a:rPr lang="en-US" sz="1500" b="1" dirty="0">
                <a:solidFill>
                  <a:srgbClr val="F8FAFC"/>
                </a:solidFill>
              </a:rPr>
              <a:t>Perspectives</a:t>
            </a:r>
            <a:endParaRPr lang="en-US" sz="1500" dirty="0"/>
          </a:p>
        </p:txBody>
      </p:sp>
      <p:sp>
        <p:nvSpPr>
          <p:cNvPr id="23" name="Text 21"/>
          <p:cNvSpPr/>
          <p:nvPr/>
        </p:nvSpPr>
        <p:spPr>
          <a:xfrm>
            <a:off x="6720840" y="4279392"/>
            <a:ext cx="3886200" cy="502920"/>
          </a:xfrm>
          <a:prstGeom prst="rect">
            <a:avLst/>
          </a:prstGeom>
          <a:noFill/>
          <a:ln/>
        </p:spPr>
        <p:txBody>
          <a:bodyPr wrap="square" lIns="0" tIns="0" rIns="0" bIns="0" rtlCol="0" anchor="ctr"/>
          <a:lstStyle/>
          <a:p>
            <a:pPr indent="0" marL="0">
              <a:buNone/>
            </a:pPr>
            <a:r>
              <a:rPr lang="en-US" sz="950" dirty="0">
                <a:solidFill>
                  <a:srgbClr val="B8C7D9"/>
                </a:solidFill>
              </a:rPr>
              <a:t>• Notifications</a:t>
            </a:r>
            <a:endParaRPr lang="en-US" sz="950" dirty="0"/>
          </a:p>
          <a:p>
            <a:pPr indent="0" marL="0">
              <a:buNone/>
            </a:pPr>
            <a:r>
              <a:rPr lang="en-US" sz="950" dirty="0">
                <a:solidFill>
                  <a:srgbClr val="B8C7D9"/>
                </a:solidFill>
              </a:rPr>
              <a:t>• Module étudiant</a:t>
            </a:r>
            <a:endParaRPr lang="en-US" sz="950" dirty="0"/>
          </a:p>
          <a:p>
            <a:pPr indent="0" marL="0">
              <a:buNone/>
            </a:pPr>
            <a:r>
              <a:rPr lang="en-US" sz="950" dirty="0">
                <a:solidFill>
                  <a:srgbClr val="B8C7D9"/>
                </a:solidFill>
              </a:rPr>
              <a:t>• Analytics avancés</a:t>
            </a:r>
            <a:endParaRPr lang="en-US" sz="950" dirty="0"/>
          </a:p>
          <a:p>
            <a:pPr indent="0" marL="0">
              <a:buNone/>
            </a:pPr>
            <a:r>
              <a:rPr lang="en-US" sz="950" dirty="0">
                <a:solidFill>
                  <a:srgbClr val="B8C7D9"/>
                </a:solidFill>
              </a:rPr>
              <a:t>• Sécurité et tests renforcés</a:t>
            </a:r>
            <a:endParaRPr lang="en-US" sz="950" dirty="0"/>
          </a:p>
        </p:txBody>
      </p:sp>
      <p:sp>
        <p:nvSpPr>
          <p:cNvPr id="25" name="Slide Number Placeholder 0"/>
          <p:cNvSpPr>
            <a:spLocks noGrp="1"/>
          </p:cNvSpPr>
          <p:nvPr>
            <p:ph type="sldNum" sz="quarter" idx="4294967295"/>
          </p:nvPr>
        </p:nvSpPr>
        <p:spPr>
          <a:xfrm>
            <a:off x="11841480" y="6565392"/>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5EEAD4"/>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71A2F"/>
        </a:solidFill>
      </p:bgPr>
    </p:bg>
    <p:spTree>
      <p:nvGrpSpPr>
        <p:cNvPr id="1" name=""/>
        <p:cNvGrpSpPr/>
        <p:nvPr/>
      </p:nvGrpSpPr>
      <p:grpSpPr>
        <a:xfrm>
          <a:off x="0" y="0"/>
          <a:ext cx="0" cy="0"/>
          <a:chOff x="0" y="0"/>
          <a:chExt cx="0" cy="0"/>
        </a:xfrm>
      </p:grpSpPr>
      <p:sp>
        <p:nvSpPr>
          <p:cNvPr id="2" name="Shape 0"/>
          <p:cNvSpPr/>
          <p:nvPr/>
        </p:nvSpPr>
        <p:spPr>
          <a:xfrm>
            <a:off x="-1005840" y="-822960"/>
            <a:ext cx="4023360" cy="4023360"/>
          </a:xfrm>
          <a:prstGeom prst="ellipse">
            <a:avLst/>
          </a:prstGeom>
          <a:solidFill>
            <a:srgbClr val="0EA5E9">
              <a:alpha val="22000"/>
            </a:srgbClr>
          </a:solidFill>
          <a:ln w="12700">
            <a:solidFill>
              <a:srgbClr val="0EA5E9">
                <a:alpha val="0"/>
              </a:srgbClr>
            </a:solidFill>
            <a:prstDash val="solid"/>
          </a:ln>
        </p:spPr>
      </p:sp>
      <p:sp>
        <p:nvSpPr>
          <p:cNvPr id="3" name="Shape 1"/>
          <p:cNvSpPr/>
          <p:nvPr/>
        </p:nvSpPr>
        <p:spPr>
          <a:xfrm>
            <a:off x="9646920" y="4480560"/>
            <a:ext cx="3383280" cy="3383280"/>
          </a:xfrm>
          <a:prstGeom prst="ellipse">
            <a:avLst/>
          </a:prstGeom>
          <a:solidFill>
            <a:srgbClr val="14B8A6">
              <a:alpha val="18000"/>
            </a:srgbClr>
          </a:solidFill>
          <a:ln w="12700">
            <a:solidFill>
              <a:srgbClr val="14B8A6">
                <a:alpha val="0"/>
              </a:srgbClr>
            </a:solidFill>
            <a:prstDash val="solid"/>
          </a:ln>
        </p:spPr>
      </p:sp>
      <p:sp>
        <p:nvSpPr>
          <p:cNvPr id="4" name="Shape 2"/>
          <p:cNvSpPr/>
          <p:nvPr/>
        </p:nvSpPr>
        <p:spPr>
          <a:xfrm>
            <a:off x="9921240" y="320040"/>
            <a:ext cx="1051560" cy="1051560"/>
          </a:xfrm>
          <a:prstGeom prst="arc">
            <a:avLst/>
          </a:prstGeom>
          <a:noFill/>
          <a:ln w="25400">
            <a:solidFill>
              <a:srgbClr val="5EEAD4">
                <a:alpha val="80000"/>
              </a:srgbClr>
            </a:solidFill>
            <a:prstDash val="solid"/>
          </a:ln>
        </p:spPr>
      </p:sp>
      <p:sp>
        <p:nvSpPr>
          <p:cNvPr id="5" name="Shape 3"/>
          <p:cNvSpPr/>
          <p:nvPr/>
        </p:nvSpPr>
        <p:spPr>
          <a:xfrm>
            <a:off x="10314432" y="713232"/>
            <a:ext cx="1051560" cy="1051560"/>
          </a:xfrm>
          <a:prstGeom prst="arc">
            <a:avLst/>
          </a:prstGeom>
          <a:noFill/>
          <a:ln w="25400">
            <a:solidFill>
              <a:srgbClr val="35C2FF">
                <a:alpha val="65000"/>
              </a:srgbClr>
            </a:solidFill>
            <a:prstDash val="solid"/>
          </a:ln>
        </p:spPr>
      </p:sp>
      <p:sp>
        <p:nvSpPr>
          <p:cNvPr id="6" name="Text 4"/>
          <p:cNvSpPr/>
          <p:nvPr/>
        </p:nvSpPr>
        <p:spPr>
          <a:xfrm>
            <a:off x="914400" y="1325880"/>
            <a:ext cx="6858000" cy="548640"/>
          </a:xfrm>
          <a:prstGeom prst="rect">
            <a:avLst/>
          </a:prstGeom>
          <a:noFill/>
          <a:ln/>
        </p:spPr>
        <p:txBody>
          <a:bodyPr wrap="square" lIns="0" tIns="0" rIns="0" bIns="0" rtlCol="0" anchor="ctr"/>
          <a:lstStyle/>
          <a:p>
            <a:pPr indent="0" marL="0">
              <a:buNone/>
            </a:pPr>
            <a:r>
              <a:rPr lang="en-US" sz="3800" b="1" dirty="0">
                <a:solidFill>
                  <a:srgbClr val="F8FAFC"/>
                </a:solidFill>
                <a:latin typeface="Aptos Display" pitchFamily="34" charset="0"/>
                <a:ea typeface="Aptos Display" pitchFamily="34" charset="-122"/>
                <a:cs typeface="Aptos Display" pitchFamily="34" charset="-120"/>
              </a:rPr>
              <a:t>Place à la démonstration</a:t>
            </a:r>
            <a:endParaRPr lang="en-US" sz="3800" dirty="0"/>
          </a:p>
        </p:txBody>
      </p:sp>
      <p:sp>
        <p:nvSpPr>
          <p:cNvPr id="7" name="Text 5"/>
          <p:cNvSpPr/>
          <p:nvPr/>
        </p:nvSpPr>
        <p:spPr>
          <a:xfrm>
            <a:off x="960120" y="2057400"/>
            <a:ext cx="6217920" cy="274320"/>
          </a:xfrm>
          <a:prstGeom prst="rect">
            <a:avLst/>
          </a:prstGeom>
          <a:noFill/>
          <a:ln/>
        </p:spPr>
        <p:txBody>
          <a:bodyPr wrap="square" lIns="0" tIns="0" rIns="0" bIns="0" rtlCol="0" anchor="ctr"/>
          <a:lstStyle/>
          <a:p>
            <a:pPr indent="0" marL="0">
              <a:buNone/>
            </a:pPr>
            <a:r>
              <a:rPr lang="en-US" sz="1800" b="1" dirty="0">
                <a:solidFill>
                  <a:srgbClr val="5EEAD4"/>
                </a:solidFill>
              </a:rPr>
              <a:t>Nous allons maintenant basculer vers l’application EduTrack.</a:t>
            </a:r>
            <a:endParaRPr lang="en-US" sz="1800" dirty="0"/>
          </a:p>
        </p:txBody>
      </p:sp>
      <p:sp>
        <p:nvSpPr>
          <p:cNvPr id="8" name="Shape 6"/>
          <p:cNvSpPr/>
          <p:nvPr/>
        </p:nvSpPr>
        <p:spPr>
          <a:xfrm>
            <a:off x="1005840" y="2944368"/>
            <a:ext cx="4389120" cy="1874520"/>
          </a:xfrm>
          <a:prstGeom prst="roundRect">
            <a:avLst>
              <a:gd name="adj" fmla="val 5854"/>
            </a:avLst>
          </a:prstGeom>
          <a:solidFill>
            <a:srgbClr val="0B2442"/>
          </a:solidFill>
          <a:ln w="12700">
            <a:solidFill>
              <a:srgbClr val="35C2FF">
                <a:alpha val="85000"/>
              </a:srgbClr>
            </a:solidFill>
            <a:prstDash val="solid"/>
          </a:ln>
        </p:spPr>
      </p:sp>
      <p:sp>
        <p:nvSpPr>
          <p:cNvPr id="9" name="Text 7"/>
          <p:cNvSpPr/>
          <p:nvPr/>
        </p:nvSpPr>
        <p:spPr>
          <a:xfrm>
            <a:off x="1325880" y="3246120"/>
            <a:ext cx="3474720" cy="201168"/>
          </a:xfrm>
          <a:prstGeom prst="rect">
            <a:avLst/>
          </a:prstGeom>
          <a:noFill/>
          <a:ln/>
        </p:spPr>
        <p:txBody>
          <a:bodyPr wrap="square" lIns="0" tIns="0" rIns="0" bIns="0" rtlCol="0" anchor="ctr"/>
          <a:lstStyle/>
          <a:p>
            <a:pPr indent="0" marL="0">
              <a:buNone/>
            </a:pPr>
            <a:r>
              <a:rPr lang="en-US" sz="1600" b="1" dirty="0">
                <a:solidFill>
                  <a:srgbClr val="F8FAFC"/>
                </a:solidFill>
              </a:rPr>
              <a:t>Parcours démo conseillé</a:t>
            </a:r>
            <a:endParaRPr lang="en-US" sz="1600" dirty="0"/>
          </a:p>
        </p:txBody>
      </p:sp>
      <p:sp>
        <p:nvSpPr>
          <p:cNvPr id="10" name="Text 8"/>
          <p:cNvSpPr/>
          <p:nvPr/>
        </p:nvSpPr>
        <p:spPr>
          <a:xfrm>
            <a:off x="1353312" y="3639312"/>
            <a:ext cx="3611880" cy="822960"/>
          </a:xfrm>
          <a:prstGeom prst="rect">
            <a:avLst/>
          </a:prstGeom>
          <a:noFill/>
          <a:ln/>
        </p:spPr>
        <p:txBody>
          <a:bodyPr wrap="square" lIns="0" tIns="0" rIns="0" bIns="0" rtlCol="0" anchor="ctr"/>
          <a:lstStyle/>
          <a:p>
            <a:pPr indent="0" marL="0">
              <a:buNone/>
            </a:pPr>
            <a:r>
              <a:rPr lang="en-US" sz="1020" dirty="0">
                <a:solidFill>
                  <a:srgbClr val="B8C7D9"/>
                </a:solidFill>
              </a:rPr>
              <a:t>1. Connexion administrateur</a:t>
            </a:r>
            <a:endParaRPr lang="en-US" sz="1020" dirty="0"/>
          </a:p>
          <a:p>
            <a:pPr indent="0" marL="0">
              <a:buNone/>
            </a:pPr>
            <a:r>
              <a:rPr lang="en-US" sz="1020" dirty="0">
                <a:solidFill>
                  <a:srgbClr val="B8C7D9"/>
                </a:solidFill>
              </a:rPr>
              <a:t>2. Création/consultation d’une séance</a:t>
            </a:r>
            <a:endParaRPr lang="en-US" sz="1020" dirty="0"/>
          </a:p>
          <a:p>
            <a:pPr indent="0" marL="0">
              <a:buNone/>
            </a:pPr>
            <a:r>
              <a:rPr lang="en-US" sz="1020" dirty="0">
                <a:solidFill>
                  <a:srgbClr val="B8C7D9"/>
                </a:solidFill>
              </a:rPr>
              <a:t>3. Génération du QR code</a:t>
            </a:r>
            <a:endParaRPr lang="en-US" sz="1020" dirty="0"/>
          </a:p>
          <a:p>
            <a:pPr indent="0" marL="0">
              <a:buNone/>
            </a:pPr>
            <a:r>
              <a:rPr lang="en-US" sz="1020" dirty="0">
                <a:solidFill>
                  <a:srgbClr val="B8C7D9"/>
                </a:solidFill>
              </a:rPr>
              <a:t>4. Scan mobile enseignant</a:t>
            </a:r>
            <a:endParaRPr lang="en-US" sz="1020" dirty="0"/>
          </a:p>
          <a:p>
            <a:pPr indent="0" marL="0">
              <a:buNone/>
            </a:pPr>
            <a:r>
              <a:rPr lang="en-US" sz="1020" dirty="0">
                <a:solidFill>
                  <a:srgbClr val="B8C7D9"/>
                </a:solidFill>
              </a:rPr>
              <a:t>5. Consultation émargement/honoraires</a:t>
            </a:r>
            <a:endParaRPr lang="en-US" sz="1020" dirty="0"/>
          </a:p>
        </p:txBody>
      </p:sp>
      <p:sp>
        <p:nvSpPr>
          <p:cNvPr id="11" name="Shape 9"/>
          <p:cNvSpPr/>
          <p:nvPr/>
        </p:nvSpPr>
        <p:spPr>
          <a:xfrm>
            <a:off x="6995160" y="2057400"/>
            <a:ext cx="3246120" cy="2926080"/>
          </a:xfrm>
          <a:prstGeom prst="roundRect">
            <a:avLst>
              <a:gd name="adj" fmla="val 3750"/>
            </a:avLst>
          </a:prstGeom>
          <a:solidFill>
            <a:srgbClr val="03111F"/>
          </a:solidFill>
          <a:ln w="12700">
            <a:solidFill>
              <a:srgbClr val="5EEAD4">
                <a:alpha val="86000"/>
              </a:srgbClr>
            </a:solidFill>
            <a:prstDash val="solid"/>
          </a:ln>
        </p:spPr>
      </p:sp>
      <p:sp>
        <p:nvSpPr>
          <p:cNvPr id="12" name="Shape 10"/>
          <p:cNvSpPr/>
          <p:nvPr/>
        </p:nvSpPr>
        <p:spPr>
          <a:xfrm>
            <a:off x="8119872" y="2697480"/>
            <a:ext cx="987552" cy="987552"/>
          </a:xfrm>
          <a:prstGeom prst="roundRect">
            <a:avLst>
              <a:gd name="adj" fmla="val 4630"/>
            </a:avLst>
          </a:prstGeom>
          <a:solidFill>
            <a:srgbClr val="FFFFFF"/>
          </a:solidFill>
          <a:ln w="12700">
            <a:solidFill>
              <a:srgbClr val="FFFFFF"/>
            </a:solidFill>
            <a:prstDash val="solid"/>
          </a:ln>
        </p:spPr>
      </p:sp>
      <p:sp>
        <p:nvSpPr>
          <p:cNvPr id="13" name="Shape 11"/>
          <p:cNvSpPr/>
          <p:nvPr/>
        </p:nvSpPr>
        <p:spPr>
          <a:xfrm>
            <a:off x="8211312" y="2788920"/>
            <a:ext cx="100584" cy="100584"/>
          </a:xfrm>
          <a:prstGeom prst="rect">
            <a:avLst/>
          </a:prstGeom>
          <a:solidFill>
            <a:srgbClr val="071A2F"/>
          </a:solidFill>
          <a:ln w="12700">
            <a:solidFill>
              <a:srgbClr val="071A2F"/>
            </a:solidFill>
            <a:prstDash val="solid"/>
          </a:ln>
        </p:spPr>
      </p:sp>
      <p:sp>
        <p:nvSpPr>
          <p:cNvPr id="14" name="Shape 12"/>
          <p:cNvSpPr/>
          <p:nvPr/>
        </p:nvSpPr>
        <p:spPr>
          <a:xfrm>
            <a:off x="8375904" y="2788920"/>
            <a:ext cx="100584" cy="100584"/>
          </a:xfrm>
          <a:prstGeom prst="rect">
            <a:avLst/>
          </a:prstGeom>
          <a:solidFill>
            <a:srgbClr val="071A2F"/>
          </a:solidFill>
          <a:ln w="12700">
            <a:solidFill>
              <a:srgbClr val="071A2F"/>
            </a:solidFill>
            <a:prstDash val="solid"/>
          </a:ln>
        </p:spPr>
      </p:sp>
      <p:sp>
        <p:nvSpPr>
          <p:cNvPr id="15" name="Shape 13"/>
          <p:cNvSpPr/>
          <p:nvPr/>
        </p:nvSpPr>
        <p:spPr>
          <a:xfrm>
            <a:off x="8540496" y="2788920"/>
            <a:ext cx="100584" cy="100584"/>
          </a:xfrm>
          <a:prstGeom prst="rect">
            <a:avLst/>
          </a:prstGeom>
          <a:solidFill>
            <a:srgbClr val="071A2F"/>
          </a:solidFill>
          <a:ln w="12700">
            <a:solidFill>
              <a:srgbClr val="071A2F"/>
            </a:solidFill>
            <a:prstDash val="solid"/>
          </a:ln>
        </p:spPr>
      </p:sp>
      <p:sp>
        <p:nvSpPr>
          <p:cNvPr id="16" name="Shape 14"/>
          <p:cNvSpPr/>
          <p:nvPr/>
        </p:nvSpPr>
        <p:spPr>
          <a:xfrm>
            <a:off x="8705088" y="2788920"/>
            <a:ext cx="100584" cy="100584"/>
          </a:xfrm>
          <a:prstGeom prst="rect">
            <a:avLst/>
          </a:prstGeom>
          <a:solidFill>
            <a:srgbClr val="071A2F"/>
          </a:solidFill>
          <a:ln w="12700">
            <a:solidFill>
              <a:srgbClr val="071A2F"/>
            </a:solidFill>
            <a:prstDash val="solid"/>
          </a:ln>
        </p:spPr>
      </p:sp>
      <p:sp>
        <p:nvSpPr>
          <p:cNvPr id="17" name="Shape 15"/>
          <p:cNvSpPr/>
          <p:nvPr/>
        </p:nvSpPr>
        <p:spPr>
          <a:xfrm>
            <a:off x="8869680" y="2788920"/>
            <a:ext cx="100584" cy="100584"/>
          </a:xfrm>
          <a:prstGeom prst="rect">
            <a:avLst/>
          </a:prstGeom>
          <a:solidFill>
            <a:srgbClr val="071A2F"/>
          </a:solidFill>
          <a:ln w="12700">
            <a:solidFill>
              <a:srgbClr val="071A2F"/>
            </a:solidFill>
            <a:prstDash val="solid"/>
          </a:ln>
        </p:spPr>
      </p:sp>
      <p:sp>
        <p:nvSpPr>
          <p:cNvPr id="18" name="Shape 16"/>
          <p:cNvSpPr/>
          <p:nvPr/>
        </p:nvSpPr>
        <p:spPr>
          <a:xfrm>
            <a:off x="8211312" y="2953512"/>
            <a:ext cx="100584" cy="100584"/>
          </a:xfrm>
          <a:prstGeom prst="rect">
            <a:avLst/>
          </a:prstGeom>
          <a:solidFill>
            <a:srgbClr val="071A2F"/>
          </a:solidFill>
          <a:ln w="12700">
            <a:solidFill>
              <a:srgbClr val="071A2F"/>
            </a:solidFill>
            <a:prstDash val="solid"/>
          </a:ln>
        </p:spPr>
      </p:sp>
      <p:sp>
        <p:nvSpPr>
          <p:cNvPr id="19" name="Shape 17"/>
          <p:cNvSpPr/>
          <p:nvPr/>
        </p:nvSpPr>
        <p:spPr>
          <a:xfrm>
            <a:off x="8375904" y="2953512"/>
            <a:ext cx="100584" cy="100584"/>
          </a:xfrm>
          <a:prstGeom prst="rect">
            <a:avLst/>
          </a:prstGeom>
          <a:solidFill>
            <a:srgbClr val="071A2F"/>
          </a:solidFill>
          <a:ln w="12700">
            <a:solidFill>
              <a:srgbClr val="071A2F"/>
            </a:solidFill>
            <a:prstDash val="solid"/>
          </a:ln>
        </p:spPr>
      </p:sp>
      <p:sp>
        <p:nvSpPr>
          <p:cNvPr id="20" name="Shape 18"/>
          <p:cNvSpPr/>
          <p:nvPr/>
        </p:nvSpPr>
        <p:spPr>
          <a:xfrm>
            <a:off x="8705088" y="2953512"/>
            <a:ext cx="100584" cy="100584"/>
          </a:xfrm>
          <a:prstGeom prst="rect">
            <a:avLst/>
          </a:prstGeom>
          <a:solidFill>
            <a:srgbClr val="071A2F"/>
          </a:solidFill>
          <a:ln w="12700">
            <a:solidFill>
              <a:srgbClr val="071A2F"/>
            </a:solidFill>
            <a:prstDash val="solid"/>
          </a:ln>
        </p:spPr>
      </p:sp>
      <p:sp>
        <p:nvSpPr>
          <p:cNvPr id="21" name="Shape 19"/>
          <p:cNvSpPr/>
          <p:nvPr/>
        </p:nvSpPr>
        <p:spPr>
          <a:xfrm>
            <a:off x="8869680" y="2953512"/>
            <a:ext cx="100584" cy="100584"/>
          </a:xfrm>
          <a:prstGeom prst="rect">
            <a:avLst/>
          </a:prstGeom>
          <a:solidFill>
            <a:srgbClr val="071A2F"/>
          </a:solidFill>
          <a:ln w="12700">
            <a:solidFill>
              <a:srgbClr val="071A2F"/>
            </a:solidFill>
            <a:prstDash val="solid"/>
          </a:ln>
        </p:spPr>
      </p:sp>
      <p:sp>
        <p:nvSpPr>
          <p:cNvPr id="22" name="Shape 20"/>
          <p:cNvSpPr/>
          <p:nvPr/>
        </p:nvSpPr>
        <p:spPr>
          <a:xfrm>
            <a:off x="8211312" y="3118104"/>
            <a:ext cx="100584" cy="100584"/>
          </a:xfrm>
          <a:prstGeom prst="rect">
            <a:avLst/>
          </a:prstGeom>
          <a:solidFill>
            <a:srgbClr val="071A2F"/>
          </a:solidFill>
          <a:ln w="12700">
            <a:solidFill>
              <a:srgbClr val="071A2F"/>
            </a:solidFill>
            <a:prstDash val="solid"/>
          </a:ln>
        </p:spPr>
      </p:sp>
      <p:sp>
        <p:nvSpPr>
          <p:cNvPr id="23" name="Shape 21"/>
          <p:cNvSpPr/>
          <p:nvPr/>
        </p:nvSpPr>
        <p:spPr>
          <a:xfrm>
            <a:off x="8375904" y="3118104"/>
            <a:ext cx="100584" cy="100584"/>
          </a:xfrm>
          <a:prstGeom prst="rect">
            <a:avLst/>
          </a:prstGeom>
          <a:solidFill>
            <a:srgbClr val="071A2F"/>
          </a:solidFill>
          <a:ln w="12700">
            <a:solidFill>
              <a:srgbClr val="071A2F"/>
            </a:solidFill>
            <a:prstDash val="solid"/>
          </a:ln>
        </p:spPr>
      </p:sp>
      <p:sp>
        <p:nvSpPr>
          <p:cNvPr id="24" name="Shape 22"/>
          <p:cNvSpPr/>
          <p:nvPr/>
        </p:nvSpPr>
        <p:spPr>
          <a:xfrm>
            <a:off x="8540496" y="3118104"/>
            <a:ext cx="100584" cy="100584"/>
          </a:xfrm>
          <a:prstGeom prst="rect">
            <a:avLst/>
          </a:prstGeom>
          <a:solidFill>
            <a:srgbClr val="071A2F"/>
          </a:solidFill>
          <a:ln w="12700">
            <a:solidFill>
              <a:srgbClr val="071A2F"/>
            </a:solidFill>
            <a:prstDash val="solid"/>
          </a:ln>
        </p:spPr>
      </p:sp>
      <p:sp>
        <p:nvSpPr>
          <p:cNvPr id="25" name="Shape 23"/>
          <p:cNvSpPr/>
          <p:nvPr/>
        </p:nvSpPr>
        <p:spPr>
          <a:xfrm>
            <a:off x="8705088" y="3118104"/>
            <a:ext cx="100584" cy="100584"/>
          </a:xfrm>
          <a:prstGeom prst="rect">
            <a:avLst/>
          </a:prstGeom>
          <a:solidFill>
            <a:srgbClr val="071A2F"/>
          </a:solidFill>
          <a:ln w="12700">
            <a:solidFill>
              <a:srgbClr val="071A2F"/>
            </a:solidFill>
            <a:prstDash val="solid"/>
          </a:ln>
        </p:spPr>
      </p:sp>
      <p:sp>
        <p:nvSpPr>
          <p:cNvPr id="26" name="Shape 24"/>
          <p:cNvSpPr/>
          <p:nvPr/>
        </p:nvSpPr>
        <p:spPr>
          <a:xfrm>
            <a:off x="8869680" y="3118104"/>
            <a:ext cx="100584" cy="100584"/>
          </a:xfrm>
          <a:prstGeom prst="rect">
            <a:avLst/>
          </a:prstGeom>
          <a:solidFill>
            <a:srgbClr val="071A2F"/>
          </a:solidFill>
          <a:ln w="12700">
            <a:solidFill>
              <a:srgbClr val="071A2F"/>
            </a:solidFill>
            <a:prstDash val="solid"/>
          </a:ln>
        </p:spPr>
      </p:sp>
      <p:sp>
        <p:nvSpPr>
          <p:cNvPr id="27" name="Shape 25"/>
          <p:cNvSpPr/>
          <p:nvPr/>
        </p:nvSpPr>
        <p:spPr>
          <a:xfrm>
            <a:off x="8211312" y="3282696"/>
            <a:ext cx="100584" cy="100584"/>
          </a:xfrm>
          <a:prstGeom prst="rect">
            <a:avLst/>
          </a:prstGeom>
          <a:solidFill>
            <a:srgbClr val="071A2F"/>
          </a:solidFill>
          <a:ln w="12700">
            <a:solidFill>
              <a:srgbClr val="071A2F"/>
            </a:solidFill>
            <a:prstDash val="solid"/>
          </a:ln>
        </p:spPr>
      </p:sp>
      <p:sp>
        <p:nvSpPr>
          <p:cNvPr id="28" name="Shape 26"/>
          <p:cNvSpPr/>
          <p:nvPr/>
        </p:nvSpPr>
        <p:spPr>
          <a:xfrm>
            <a:off x="8540496" y="3282696"/>
            <a:ext cx="100584" cy="100584"/>
          </a:xfrm>
          <a:prstGeom prst="rect">
            <a:avLst/>
          </a:prstGeom>
          <a:solidFill>
            <a:srgbClr val="071A2F"/>
          </a:solidFill>
          <a:ln w="12700">
            <a:solidFill>
              <a:srgbClr val="071A2F"/>
            </a:solidFill>
            <a:prstDash val="solid"/>
          </a:ln>
        </p:spPr>
      </p:sp>
      <p:sp>
        <p:nvSpPr>
          <p:cNvPr id="29" name="Shape 27"/>
          <p:cNvSpPr/>
          <p:nvPr/>
        </p:nvSpPr>
        <p:spPr>
          <a:xfrm>
            <a:off x="8705088" y="3282696"/>
            <a:ext cx="100584" cy="100584"/>
          </a:xfrm>
          <a:prstGeom prst="rect">
            <a:avLst/>
          </a:prstGeom>
          <a:solidFill>
            <a:srgbClr val="071A2F"/>
          </a:solidFill>
          <a:ln w="12700">
            <a:solidFill>
              <a:srgbClr val="071A2F"/>
            </a:solidFill>
            <a:prstDash val="solid"/>
          </a:ln>
        </p:spPr>
      </p:sp>
      <p:sp>
        <p:nvSpPr>
          <p:cNvPr id="30" name="Shape 28"/>
          <p:cNvSpPr/>
          <p:nvPr/>
        </p:nvSpPr>
        <p:spPr>
          <a:xfrm>
            <a:off x="8869680" y="3282696"/>
            <a:ext cx="100584" cy="100584"/>
          </a:xfrm>
          <a:prstGeom prst="rect">
            <a:avLst/>
          </a:prstGeom>
          <a:solidFill>
            <a:srgbClr val="071A2F"/>
          </a:solidFill>
          <a:ln w="12700">
            <a:solidFill>
              <a:srgbClr val="071A2F"/>
            </a:solidFill>
            <a:prstDash val="solid"/>
          </a:ln>
        </p:spPr>
      </p:sp>
      <p:sp>
        <p:nvSpPr>
          <p:cNvPr id="31" name="Shape 29"/>
          <p:cNvSpPr/>
          <p:nvPr/>
        </p:nvSpPr>
        <p:spPr>
          <a:xfrm>
            <a:off x="8211312" y="3447288"/>
            <a:ext cx="100584" cy="100584"/>
          </a:xfrm>
          <a:prstGeom prst="rect">
            <a:avLst/>
          </a:prstGeom>
          <a:solidFill>
            <a:srgbClr val="071A2F"/>
          </a:solidFill>
          <a:ln w="12700">
            <a:solidFill>
              <a:srgbClr val="071A2F"/>
            </a:solidFill>
            <a:prstDash val="solid"/>
          </a:ln>
        </p:spPr>
      </p:sp>
      <p:sp>
        <p:nvSpPr>
          <p:cNvPr id="32" name="Shape 30"/>
          <p:cNvSpPr/>
          <p:nvPr/>
        </p:nvSpPr>
        <p:spPr>
          <a:xfrm>
            <a:off x="8375904" y="3447288"/>
            <a:ext cx="100584" cy="100584"/>
          </a:xfrm>
          <a:prstGeom prst="rect">
            <a:avLst/>
          </a:prstGeom>
          <a:solidFill>
            <a:srgbClr val="071A2F"/>
          </a:solidFill>
          <a:ln w="12700">
            <a:solidFill>
              <a:srgbClr val="071A2F"/>
            </a:solidFill>
            <a:prstDash val="solid"/>
          </a:ln>
        </p:spPr>
      </p:sp>
      <p:sp>
        <p:nvSpPr>
          <p:cNvPr id="33" name="Shape 31"/>
          <p:cNvSpPr/>
          <p:nvPr/>
        </p:nvSpPr>
        <p:spPr>
          <a:xfrm>
            <a:off x="8705088" y="3447288"/>
            <a:ext cx="100584" cy="100584"/>
          </a:xfrm>
          <a:prstGeom prst="rect">
            <a:avLst/>
          </a:prstGeom>
          <a:solidFill>
            <a:srgbClr val="071A2F"/>
          </a:solidFill>
          <a:ln w="12700">
            <a:solidFill>
              <a:srgbClr val="071A2F"/>
            </a:solidFill>
            <a:prstDash val="solid"/>
          </a:ln>
        </p:spPr>
      </p:sp>
      <p:sp>
        <p:nvSpPr>
          <p:cNvPr id="34" name="Shape 32"/>
          <p:cNvSpPr/>
          <p:nvPr/>
        </p:nvSpPr>
        <p:spPr>
          <a:xfrm>
            <a:off x="8869680" y="3447288"/>
            <a:ext cx="100584" cy="100584"/>
          </a:xfrm>
          <a:prstGeom prst="rect">
            <a:avLst/>
          </a:prstGeom>
          <a:solidFill>
            <a:srgbClr val="071A2F"/>
          </a:solidFill>
          <a:ln w="12700">
            <a:solidFill>
              <a:srgbClr val="071A2F"/>
            </a:solidFill>
            <a:prstDash val="solid"/>
          </a:ln>
        </p:spPr>
      </p:sp>
      <p:sp>
        <p:nvSpPr>
          <p:cNvPr id="35" name="Text 33"/>
          <p:cNvSpPr/>
          <p:nvPr/>
        </p:nvSpPr>
        <p:spPr>
          <a:xfrm>
            <a:off x="7516368" y="3977640"/>
            <a:ext cx="2240280" cy="228600"/>
          </a:xfrm>
          <a:prstGeom prst="rect">
            <a:avLst/>
          </a:prstGeom>
          <a:noFill/>
          <a:ln/>
        </p:spPr>
        <p:txBody>
          <a:bodyPr wrap="square" lIns="0" tIns="0" rIns="0" bIns="0" rtlCol="0" anchor="ctr"/>
          <a:lstStyle/>
          <a:p>
            <a:pPr algn="ctr" indent="0" marL="0">
              <a:buNone/>
            </a:pPr>
            <a:r>
              <a:rPr lang="en-US" sz="1800" b="1" dirty="0">
                <a:solidFill>
                  <a:srgbClr val="5EEAD4"/>
                </a:solidFill>
              </a:rPr>
              <a:t>DÉMO LIVE</a:t>
            </a:r>
            <a:endParaRPr lang="en-US" sz="1800" dirty="0"/>
          </a:p>
        </p:txBody>
      </p:sp>
      <p:sp>
        <p:nvSpPr>
          <p:cNvPr id="36" name="Text 34"/>
          <p:cNvSpPr/>
          <p:nvPr/>
        </p:nvSpPr>
        <p:spPr>
          <a:xfrm>
            <a:off x="7086600" y="5440680"/>
            <a:ext cx="3063240" cy="182880"/>
          </a:xfrm>
          <a:prstGeom prst="rect">
            <a:avLst/>
          </a:prstGeom>
          <a:noFill/>
          <a:ln/>
        </p:spPr>
        <p:txBody>
          <a:bodyPr wrap="square" lIns="0" tIns="0" rIns="0" bIns="0" rtlCol="0" anchor="ctr"/>
          <a:lstStyle/>
          <a:p>
            <a:pPr algn="ctr" indent="0" marL="0">
              <a:buNone/>
            </a:pPr>
            <a:r>
              <a:rPr lang="en-US" sz="1050" i="1" dirty="0">
                <a:solidFill>
                  <a:srgbClr val="B8C7D9"/>
                </a:solidFill>
              </a:rPr>
              <a:t>Après la démo, revenir à la slide finale.</a:t>
            </a:r>
            <a:endParaRPr lang="en-US" sz="1050" dirty="0"/>
          </a:p>
        </p:txBody>
      </p:sp>
      <p:sp>
        <p:nvSpPr>
          <p:cNvPr id="25" name="Slide Number Placeholder 0"/>
          <p:cNvSpPr>
            <a:spLocks noGrp="1"/>
          </p:cNvSpPr>
          <p:nvPr>
            <p:ph type="sldNum" sz="quarter" idx="4294967295"/>
          </p:nvPr>
        </p:nvSpPr>
        <p:spPr>
          <a:xfrm>
            <a:off x="11841480" y="6565392"/>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5EEAD4"/>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71A2F"/>
        </a:solidFill>
      </p:bgPr>
    </p:bg>
    <p:spTree>
      <p:nvGrpSpPr>
        <p:cNvPr id="1" name=""/>
        <p:cNvGrpSpPr/>
        <p:nvPr/>
      </p:nvGrpSpPr>
      <p:grpSpPr>
        <a:xfrm>
          <a:off x="0" y="0"/>
          <a:ext cx="0" cy="0"/>
          <a:chOff x="0" y="0"/>
          <a:chExt cx="0" cy="0"/>
        </a:xfrm>
      </p:grpSpPr>
      <p:sp>
        <p:nvSpPr>
          <p:cNvPr id="2" name="Shape 0"/>
          <p:cNvSpPr/>
          <p:nvPr/>
        </p:nvSpPr>
        <p:spPr>
          <a:xfrm>
            <a:off x="-1005840" y="-822960"/>
            <a:ext cx="4023360" cy="4023360"/>
          </a:xfrm>
          <a:prstGeom prst="ellipse">
            <a:avLst/>
          </a:prstGeom>
          <a:solidFill>
            <a:srgbClr val="0EA5E9">
              <a:alpha val="22000"/>
            </a:srgbClr>
          </a:solidFill>
          <a:ln w="12700">
            <a:solidFill>
              <a:srgbClr val="0EA5E9">
                <a:alpha val="0"/>
              </a:srgbClr>
            </a:solidFill>
            <a:prstDash val="solid"/>
          </a:ln>
        </p:spPr>
      </p:sp>
      <p:sp>
        <p:nvSpPr>
          <p:cNvPr id="3" name="Shape 1"/>
          <p:cNvSpPr/>
          <p:nvPr/>
        </p:nvSpPr>
        <p:spPr>
          <a:xfrm>
            <a:off x="9646920" y="4480560"/>
            <a:ext cx="3383280" cy="3383280"/>
          </a:xfrm>
          <a:prstGeom prst="ellipse">
            <a:avLst/>
          </a:prstGeom>
          <a:solidFill>
            <a:srgbClr val="14B8A6">
              <a:alpha val="18000"/>
            </a:srgbClr>
          </a:solidFill>
          <a:ln w="12700">
            <a:solidFill>
              <a:srgbClr val="14B8A6">
                <a:alpha val="0"/>
              </a:srgbClr>
            </a:solidFill>
            <a:prstDash val="solid"/>
          </a:ln>
        </p:spPr>
      </p:sp>
      <p:sp>
        <p:nvSpPr>
          <p:cNvPr id="4" name="Shape 2"/>
          <p:cNvSpPr/>
          <p:nvPr/>
        </p:nvSpPr>
        <p:spPr>
          <a:xfrm>
            <a:off x="9921240" y="320040"/>
            <a:ext cx="1051560" cy="1051560"/>
          </a:xfrm>
          <a:prstGeom prst="arc">
            <a:avLst/>
          </a:prstGeom>
          <a:noFill/>
          <a:ln w="25400">
            <a:solidFill>
              <a:srgbClr val="5EEAD4">
                <a:alpha val="80000"/>
              </a:srgbClr>
            </a:solidFill>
            <a:prstDash val="solid"/>
          </a:ln>
        </p:spPr>
      </p:sp>
      <p:sp>
        <p:nvSpPr>
          <p:cNvPr id="5" name="Shape 3"/>
          <p:cNvSpPr/>
          <p:nvPr/>
        </p:nvSpPr>
        <p:spPr>
          <a:xfrm>
            <a:off x="10314432" y="713232"/>
            <a:ext cx="1051560" cy="1051560"/>
          </a:xfrm>
          <a:prstGeom prst="arc">
            <a:avLst/>
          </a:prstGeom>
          <a:noFill/>
          <a:ln w="25400">
            <a:solidFill>
              <a:srgbClr val="35C2FF">
                <a:alpha val="65000"/>
              </a:srgbClr>
            </a:solidFill>
            <a:prstDash val="solid"/>
          </a:ln>
        </p:spPr>
      </p:sp>
      <p:sp>
        <p:nvSpPr>
          <p:cNvPr id="6" name="Text 4"/>
          <p:cNvSpPr/>
          <p:nvPr/>
        </p:nvSpPr>
        <p:spPr>
          <a:xfrm>
            <a:off x="868680" y="1371600"/>
            <a:ext cx="10424160" cy="566928"/>
          </a:xfrm>
          <a:prstGeom prst="rect">
            <a:avLst/>
          </a:prstGeom>
          <a:noFill/>
          <a:ln/>
        </p:spPr>
        <p:txBody>
          <a:bodyPr wrap="square" lIns="0" tIns="0" rIns="0" bIns="0" rtlCol="0" anchor="ctr"/>
          <a:lstStyle/>
          <a:p>
            <a:pPr algn="ctr" indent="0" marL="0">
              <a:buNone/>
            </a:pPr>
            <a:r>
              <a:rPr lang="en-US" sz="4200" b="1" dirty="0">
                <a:solidFill>
                  <a:srgbClr val="F8FAFC"/>
                </a:solidFill>
                <a:latin typeface="Aptos Display" pitchFamily="34" charset="0"/>
                <a:ea typeface="Aptos Display" pitchFamily="34" charset="-122"/>
                <a:cs typeface="Aptos Display" pitchFamily="34" charset="-120"/>
              </a:rPr>
              <a:t>Merci pour votre attention</a:t>
            </a:r>
            <a:endParaRPr lang="en-US" sz="4200" dirty="0"/>
          </a:p>
        </p:txBody>
      </p:sp>
      <p:sp>
        <p:nvSpPr>
          <p:cNvPr id="7" name="Text 5"/>
          <p:cNvSpPr/>
          <p:nvPr/>
        </p:nvSpPr>
        <p:spPr>
          <a:xfrm>
            <a:off x="1828800" y="2212848"/>
            <a:ext cx="8549640" cy="292608"/>
          </a:xfrm>
          <a:prstGeom prst="rect">
            <a:avLst/>
          </a:prstGeom>
          <a:noFill/>
          <a:ln/>
        </p:spPr>
        <p:txBody>
          <a:bodyPr wrap="square" lIns="0" tIns="0" rIns="0" bIns="0" rtlCol="0" anchor="ctr"/>
          <a:lstStyle/>
          <a:p>
            <a:pPr algn="ctr" indent="0" marL="0">
              <a:buNone/>
            </a:pPr>
            <a:r>
              <a:rPr lang="en-US" sz="2000" b="1" dirty="0">
                <a:solidFill>
                  <a:srgbClr val="5EEAD4"/>
                </a:solidFill>
              </a:rPr>
              <a:t>Nous sommes prêts à répondre à vos questions.</a:t>
            </a:r>
            <a:endParaRPr lang="en-US" sz="2000" dirty="0"/>
          </a:p>
        </p:txBody>
      </p:sp>
      <p:sp>
        <p:nvSpPr>
          <p:cNvPr id="8" name="Shape 6"/>
          <p:cNvSpPr/>
          <p:nvPr/>
        </p:nvSpPr>
        <p:spPr>
          <a:xfrm>
            <a:off x="2359152" y="3273552"/>
            <a:ext cx="7452360" cy="987552"/>
          </a:xfrm>
          <a:prstGeom prst="roundRect">
            <a:avLst>
              <a:gd name="adj" fmla="val 11111"/>
            </a:avLst>
          </a:prstGeom>
          <a:solidFill>
            <a:srgbClr val="082E3C"/>
          </a:solidFill>
          <a:ln w="12700">
            <a:solidFill>
              <a:srgbClr val="5EEAD4">
                <a:alpha val="80000"/>
              </a:srgbClr>
            </a:solidFill>
            <a:prstDash val="solid"/>
          </a:ln>
        </p:spPr>
      </p:sp>
      <p:sp>
        <p:nvSpPr>
          <p:cNvPr id="9" name="Text 7"/>
          <p:cNvSpPr/>
          <p:nvPr/>
        </p:nvSpPr>
        <p:spPr>
          <a:xfrm>
            <a:off x="2743200" y="3547872"/>
            <a:ext cx="1828800" cy="228600"/>
          </a:xfrm>
          <a:prstGeom prst="rect">
            <a:avLst/>
          </a:prstGeom>
          <a:noFill/>
          <a:ln/>
        </p:spPr>
        <p:txBody>
          <a:bodyPr wrap="square" lIns="0" tIns="0" rIns="0" bIns="0" rtlCol="0" anchor="ctr"/>
          <a:lstStyle/>
          <a:p>
            <a:pPr indent="0" marL="0">
              <a:buNone/>
            </a:pPr>
            <a:r>
              <a:rPr lang="en-US" sz="2000" b="1" dirty="0">
                <a:solidFill>
                  <a:srgbClr val="F8FAFC"/>
                </a:solidFill>
              </a:rPr>
              <a:t>EduTrack</a:t>
            </a:r>
            <a:endParaRPr lang="en-US" sz="2000" dirty="0"/>
          </a:p>
        </p:txBody>
      </p:sp>
      <p:sp>
        <p:nvSpPr>
          <p:cNvPr id="10" name="Text 8"/>
          <p:cNvSpPr/>
          <p:nvPr/>
        </p:nvSpPr>
        <p:spPr>
          <a:xfrm>
            <a:off x="4663440" y="3621024"/>
            <a:ext cx="4480560" cy="146304"/>
          </a:xfrm>
          <a:prstGeom prst="rect">
            <a:avLst/>
          </a:prstGeom>
          <a:noFill/>
          <a:ln/>
        </p:spPr>
        <p:txBody>
          <a:bodyPr wrap="square" lIns="0" tIns="0" rIns="0" bIns="0" rtlCol="0" anchor="ctr"/>
          <a:lstStyle/>
          <a:p>
            <a:pPr algn="r" indent="0" marL="0">
              <a:buNone/>
            </a:pPr>
            <a:r>
              <a:rPr lang="en-US" sz="1200" b="1" dirty="0">
                <a:solidFill>
                  <a:srgbClr val="B8C7D9"/>
                </a:solidFill>
              </a:rPr>
              <a:t>Suivre • Émarger • Calculer • Décider</a:t>
            </a:r>
            <a:endParaRPr lang="en-US" sz="1200" dirty="0"/>
          </a:p>
        </p:txBody>
      </p:sp>
      <p:sp>
        <p:nvSpPr>
          <p:cNvPr id="11" name="Text 9"/>
          <p:cNvSpPr/>
          <p:nvPr/>
        </p:nvSpPr>
        <p:spPr>
          <a:xfrm>
            <a:off x="2743200" y="4956048"/>
            <a:ext cx="6675120" cy="182880"/>
          </a:xfrm>
          <a:prstGeom prst="rect">
            <a:avLst/>
          </a:prstGeom>
          <a:noFill/>
          <a:ln/>
        </p:spPr>
        <p:txBody>
          <a:bodyPr wrap="square" lIns="0" tIns="0" rIns="0" bIns="0" rtlCol="0" anchor="ctr"/>
          <a:lstStyle/>
          <a:p>
            <a:pPr algn="ctr" indent="0" marL="0">
              <a:buNone/>
            </a:pPr>
            <a:r>
              <a:rPr lang="en-US" sz="1200" b="1" dirty="0">
                <a:solidFill>
                  <a:srgbClr val="F8FAFC"/>
                </a:solidFill>
              </a:rPr>
              <a:t>Aya BOURAMA &amp; Moussa Balla KEITA</a:t>
            </a:r>
            <a:endParaRPr lang="en-US" sz="1200" dirty="0"/>
          </a:p>
        </p:txBody>
      </p:sp>
      <p:sp>
        <p:nvSpPr>
          <p:cNvPr id="12" name="Text 10"/>
          <p:cNvSpPr/>
          <p:nvPr/>
        </p:nvSpPr>
        <p:spPr>
          <a:xfrm>
            <a:off x="2743200" y="5266944"/>
            <a:ext cx="6675120" cy="146304"/>
          </a:xfrm>
          <a:prstGeom prst="rect">
            <a:avLst/>
          </a:prstGeom>
          <a:noFill/>
          <a:ln/>
        </p:spPr>
        <p:txBody>
          <a:bodyPr wrap="square" lIns="0" tIns="0" rIns="0" bIns="0" rtlCol="0" anchor="ctr"/>
          <a:lstStyle/>
          <a:p>
            <a:pPr algn="ctr" indent="0" marL="0">
              <a:buNone/>
            </a:pPr>
            <a:r>
              <a:rPr lang="en-US" sz="950" dirty="0">
                <a:solidFill>
                  <a:srgbClr val="B8C7D9"/>
                </a:solidFill>
              </a:rPr>
              <a:t>INTEC SUP • 2025–2026</a:t>
            </a:r>
            <a:endParaRPr lang="en-US" sz="950" dirty="0"/>
          </a:p>
        </p:txBody>
      </p:sp>
      <p:sp>
        <p:nvSpPr>
          <p:cNvPr id="25" name="Slide Number Placeholder 0"/>
          <p:cNvSpPr>
            <a:spLocks noGrp="1"/>
          </p:cNvSpPr>
          <p:nvPr>
            <p:ph type="sldNum" sz="quarter" idx="4294967295"/>
          </p:nvPr>
        </p:nvSpPr>
        <p:spPr>
          <a:xfrm>
            <a:off x="11841480" y="6565392"/>
            <a:ext cx="800000" cy="300000"/>
          </a:xfrm>
          <a:prstGeom prst="rect">
            <a:avLst/>
          </a:prstGeom>
          <a:extLst>
            <a:ext uri="{C572A759-6A51-4108-AA02-DFA0A04FC94B}">
              <ma14:wrappingTextBoxFlag xmlns:ma14="http://schemas.microsoft.com/office/mac/drawingml/2011/main" val="0"/>
            </a:ext>
          </a:extLst>
        </p:spPr>
        <p:txBody>
          <a:bodyPr/>
          <a:lstStyle>
            <a:lvl1pPr>
              <a:defRPr sz="1200">
                <a:solidFill>
                  <a:srgbClr val="5EEAD4"/>
                </a:solidFill>
              </a:defRPr>
            </a:lvl1pPr>
          </a:lstStyle>
          <a:p>
            <a:pPr algn="l"/>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INTEC SUP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EduTrack - Soutenance</dc:title>
  <dc:subject>Soutenance EduTrack</dc:subject>
  <dc:creator>Aya BOURAMA &amp; Moussa Balla KEITA</dc:creator>
  <cp:lastModifiedBy>Aya BOURAMA &amp; Moussa Balla KEITA</cp:lastModifiedBy>
  <cp:revision>1</cp:revision>
  <dcterms:created xsi:type="dcterms:W3CDTF">2026-06-29T10:46:15Z</dcterms:created>
  <dcterms:modified xsi:type="dcterms:W3CDTF">2026-06-29T10:46:15Z</dcterms:modified>
</cp:coreProperties>
</file>