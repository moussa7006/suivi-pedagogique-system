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3EFAB-595D-413A-BCE6-1C0868C96490}" v="12" dt="2026-08-11T20:27:31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4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rama Aya" userId="bc3cf622bba950c8" providerId="LiveId" clId="{80D05DEE-435E-45B8-940D-BDCD6398AD36}"/>
    <pc:docChg chg="modSld">
      <pc:chgData name="Bourama Aya" userId="bc3cf622bba950c8" providerId="LiveId" clId="{80D05DEE-435E-45B8-940D-BDCD6398AD36}" dt="2026-08-11T20:28:49.572" v="53"/>
      <pc:docMkLst>
        <pc:docMk/>
      </pc:docMkLst>
      <pc:sldChg chg="addSp delSp modSp mod">
        <pc:chgData name="Bourama Aya" userId="bc3cf622bba950c8" providerId="LiveId" clId="{80D05DEE-435E-45B8-940D-BDCD6398AD36}" dt="2026-08-11T20:28:49.572" v="53"/>
        <pc:sldMkLst>
          <pc:docMk/>
          <pc:sldMk cId="0" sldId="256"/>
        </pc:sldMkLst>
        <pc:spChg chg="mod">
          <ac:chgData name="Bourama Aya" userId="bc3cf622bba950c8" providerId="LiveId" clId="{80D05DEE-435E-45B8-940D-BDCD6398AD36}" dt="2026-08-11T20:25:47.160" v="29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Bourama Aya" userId="bc3cf622bba950c8" providerId="LiveId" clId="{80D05DEE-435E-45B8-940D-BDCD6398AD36}" dt="2026-08-11T20:28:49.572" v="53"/>
          <ac:spMkLst>
            <pc:docMk/>
            <pc:sldMk cId="0" sldId="256"/>
            <ac:spMk id="5" creationId="{12430DC6-C0F6-25FD-44AA-2111B3EFCDB1}"/>
          </ac:spMkLst>
        </pc:spChg>
        <pc:spChg chg="mod">
          <ac:chgData name="Bourama Aya" userId="bc3cf622bba950c8" providerId="LiveId" clId="{80D05DEE-435E-45B8-940D-BDCD6398AD36}" dt="2026-08-11T20:25:20.977" v="2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42.789" v="50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6:56.661" v="4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48.571" v="51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02.160" v="43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Bourama Aya" userId="bc3cf622bba950c8" providerId="LiveId" clId="{80D05DEE-435E-45B8-940D-BDCD6398AD36}" dt="2026-08-11T18:31:18.123" v="1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6:48.134" v="39" actId="1076"/>
          <ac:spMkLst>
            <pc:docMk/>
            <pc:sldMk cId="0" sldId="256"/>
            <ac:spMk id="32" creationId="{00000000-0000-0000-0000-000000000000}"/>
          </ac:spMkLst>
        </pc:spChg>
        <pc:picChg chg="mod">
          <ac:chgData name="Bourama Aya" userId="bc3cf622bba950c8" providerId="LiveId" clId="{80D05DEE-435E-45B8-940D-BDCD6398AD36}" dt="2026-08-11T20:26:45.198" v="38" actId="1076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Bourama Aya" userId="bc3cf622bba950c8" providerId="LiveId" clId="{80D05DEE-435E-45B8-940D-BDCD6398AD36}" dt="2026-08-11T20:26:51.119" v="40" actId="1076"/>
          <ac:picMkLst>
            <pc:docMk/>
            <pc:sldMk cId="0" sldId="256"/>
            <ac:picMk id="4" creationId="{00000000-0000-0000-0000-000000000000}"/>
          </ac:picMkLst>
        </pc:picChg>
        <pc:picChg chg="mod">
          <ac:chgData name="Bourama Aya" userId="bc3cf622bba950c8" providerId="LiveId" clId="{80D05DEE-435E-45B8-940D-BDCD6398AD36}" dt="2026-08-11T20:25:15.178" v="27" actId="1076"/>
          <ac:picMkLst>
            <pc:docMk/>
            <pc:sldMk cId="0" sldId="256"/>
            <ac:picMk id="11" creationId="{00000000-0000-0000-0000-000000000000}"/>
          </ac:picMkLst>
        </pc:picChg>
      </pc:sldChg>
      <pc:sldChg chg="modTransition">
        <pc:chgData name="Bourama Aya" userId="bc3cf622bba950c8" providerId="LiveId" clId="{80D05DEE-435E-45B8-940D-BDCD6398AD36}" dt="2026-08-05T22:27:19.439" v="3"/>
        <pc:sldMkLst>
          <pc:docMk/>
          <pc:sldMk cId="0" sldId="257"/>
        </pc:sldMkLst>
      </pc:sldChg>
      <pc:sldChg chg="modTransition">
        <pc:chgData name="Bourama Aya" userId="bc3cf622bba950c8" providerId="LiveId" clId="{80D05DEE-435E-45B8-940D-BDCD6398AD36}" dt="2026-08-05T22:27:24.957" v="4"/>
        <pc:sldMkLst>
          <pc:docMk/>
          <pc:sldMk cId="0" sldId="258"/>
        </pc:sldMkLst>
      </pc:sldChg>
      <pc:sldChg chg="modTransition">
        <pc:chgData name="Bourama Aya" userId="bc3cf622bba950c8" providerId="LiveId" clId="{80D05DEE-435E-45B8-940D-BDCD6398AD36}" dt="2026-08-05T22:27:28.822" v="5"/>
        <pc:sldMkLst>
          <pc:docMk/>
          <pc:sldMk cId="0" sldId="259"/>
        </pc:sldMkLst>
      </pc:sldChg>
      <pc:sldChg chg="modTransition">
        <pc:chgData name="Bourama Aya" userId="bc3cf622bba950c8" providerId="LiveId" clId="{80D05DEE-435E-45B8-940D-BDCD6398AD36}" dt="2026-08-05T22:27:32.641" v="6"/>
        <pc:sldMkLst>
          <pc:docMk/>
          <pc:sldMk cId="0" sldId="260"/>
        </pc:sldMkLst>
      </pc:sldChg>
      <pc:sldChg chg="modTransition">
        <pc:chgData name="Bourama Aya" userId="bc3cf622bba950c8" providerId="LiveId" clId="{80D05DEE-435E-45B8-940D-BDCD6398AD36}" dt="2026-08-05T22:27:39.585" v="7"/>
        <pc:sldMkLst>
          <pc:docMk/>
          <pc:sldMk cId="0" sldId="261"/>
        </pc:sldMkLst>
      </pc:sldChg>
      <pc:sldChg chg="modTransition">
        <pc:chgData name="Bourama Aya" userId="bc3cf622bba950c8" providerId="LiveId" clId="{80D05DEE-435E-45B8-940D-BDCD6398AD36}" dt="2026-08-11T20:23:57.272" v="24"/>
        <pc:sldMkLst>
          <pc:docMk/>
          <pc:sldMk cId="0" sldId="263"/>
        </pc:sldMkLst>
      </pc:sldChg>
      <pc:sldChg chg="modTransition">
        <pc:chgData name="Bourama Aya" userId="bc3cf622bba950c8" providerId="LiveId" clId="{80D05DEE-435E-45B8-940D-BDCD6398AD36}" dt="2026-08-11T20:24:06.305" v="26"/>
        <pc:sldMkLst>
          <pc:docMk/>
          <pc:sldMk cId="0" sldId="264"/>
        </pc:sldMkLst>
      </pc:sldChg>
      <pc:sldChg chg="modTransition">
        <pc:chgData name="Bourama Aya" userId="bc3cf622bba950c8" providerId="LiveId" clId="{80D05DEE-435E-45B8-940D-BDCD6398AD36}" dt="2026-08-05T22:28:21.707" v="11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svg"/><Relationship Id="rId10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15.png"/><Relationship Id="rId9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8.svg"/><Relationship Id="rId18" Type="http://schemas.openxmlformats.org/officeDocument/2006/relationships/image" Target="../media/image43.png"/><Relationship Id="rId3" Type="http://schemas.openxmlformats.org/officeDocument/2006/relationships/image" Target="../media/image1.png"/><Relationship Id="rId21" Type="http://schemas.openxmlformats.org/officeDocument/2006/relationships/image" Target="../media/image46.svg"/><Relationship Id="rId7" Type="http://schemas.openxmlformats.org/officeDocument/2006/relationships/image" Target="../media/image36.svg"/><Relationship Id="rId12" Type="http://schemas.openxmlformats.org/officeDocument/2006/relationships/image" Target="../media/image28.pn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16.svg"/><Relationship Id="rId5" Type="http://schemas.openxmlformats.org/officeDocument/2006/relationships/image" Target="../media/image34.svg"/><Relationship Id="rId15" Type="http://schemas.openxmlformats.org/officeDocument/2006/relationships/image" Target="../media/image40.svg"/><Relationship Id="rId10" Type="http://schemas.openxmlformats.org/officeDocument/2006/relationships/image" Target="../media/image15.png"/><Relationship Id="rId19" Type="http://schemas.openxmlformats.org/officeDocument/2006/relationships/image" Target="../media/image44.svg"/><Relationship Id="rId4" Type="http://schemas.openxmlformats.org/officeDocument/2006/relationships/image" Target="../media/image30.png"/><Relationship Id="rId9" Type="http://schemas.openxmlformats.org/officeDocument/2006/relationships/image" Target="../media/image37.sv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svg"/><Relationship Id="rId3" Type="http://schemas.openxmlformats.org/officeDocument/2006/relationships/image" Target="../media/image1.png"/><Relationship Id="rId7" Type="http://schemas.openxmlformats.org/officeDocument/2006/relationships/image" Target="../media/image48.sv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52.svg"/><Relationship Id="rId5" Type="http://schemas.openxmlformats.org/officeDocument/2006/relationships/image" Target="../media/image47.sv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Relationship Id="rId1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1828800" y="-1828800"/>
            <a:ext cx="5486040" cy="5486040"/>
          </a:xfrm>
          <a:prstGeom prst="ellipse">
            <a:avLst/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144000" y="3657600"/>
            <a:ext cx="5486040" cy="5486040"/>
          </a:xfrm>
          <a:prstGeom prst="ellipse">
            <a:avLst/>
          </a:prstGeom>
          <a:solidFill>
            <a:srgbClr val="06B6D4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345120" y="1478292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6B6D4"/>
                </a:solidFill>
                <a:latin typeface="Calibri"/>
              </a:rPr>
              <a:t>PROJET DE FIN DE CYCLE</a:t>
            </a:r>
            <a:endParaRPr lang="fr-FR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81877" y="1798037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 dirty="0" err="1">
                <a:solidFill>
                  <a:srgbClr val="FFFFFF"/>
                </a:solidFill>
                <a:latin typeface="Calibri"/>
              </a:rPr>
              <a:t>EduTrack</a:t>
            </a:r>
            <a:endParaRPr lang="fr-FR" sz="7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381960" y="340308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0" y="540481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097280" y="5055262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 dirty="0" err="1">
                <a:solidFill>
                  <a:schemeClr val="bg1"/>
                </a:solidFill>
                <a:latin typeface="Calibri"/>
              </a:rPr>
              <a:t>Présenté</a:t>
            </a:r>
            <a:r>
              <a:rPr lang="en-US" sz="1400" b="0" strike="noStrike" spc="-1" dirty="0">
                <a:solidFill>
                  <a:schemeClr val="bg1"/>
                </a:solidFill>
                <a:latin typeface="Calibri"/>
              </a:rPr>
              <a:t> par</a:t>
            </a:r>
            <a:endParaRPr lang="fr-FR" sz="14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440" y="5688802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6757118" y="5446162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6757118" y="5030340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bg1"/>
                </a:solidFill>
                <a:latin typeface="Calibri"/>
              </a:rPr>
              <a:t>Sous la direction de</a:t>
            </a:r>
            <a:endParaRPr lang="fr-FR" sz="14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501142" y="5664213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hape 8"/>
          <p:cNvSpPr/>
          <p:nvPr/>
        </p:nvSpPr>
        <p:spPr>
          <a:xfrm>
            <a:off x="6320700" y="212973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2"/>
          <p:cNvPicPr/>
          <p:nvPr/>
        </p:nvPicPr>
        <p:blipFill>
          <a:blip r:embed="rId4"/>
          <a:stretch/>
        </p:blipFill>
        <p:spPr>
          <a:xfrm>
            <a:off x="6361552" y="289245"/>
            <a:ext cx="5587216" cy="3246151"/>
          </a:xfrm>
          <a:prstGeom prst="rect">
            <a:avLst/>
          </a:prstGeom>
          <a:ln w="0">
            <a:noFill/>
          </a:ln>
        </p:spPr>
      </p:pic>
      <p:sp>
        <p:nvSpPr>
          <p:cNvPr id="32" name="Shape 9"/>
          <p:cNvSpPr/>
          <p:nvPr/>
        </p:nvSpPr>
        <p:spPr>
          <a:xfrm>
            <a:off x="10075399" y="1843545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" name="Image 2" descr="MEMOIRE/Capture d'ecran application web et mobile/Screenshot_20260702_213134_mobile-ionic.jpg"/>
          <p:cNvPicPr/>
          <p:nvPr/>
        </p:nvPicPr>
        <p:blipFill>
          <a:blip r:embed="rId5"/>
          <a:stretch/>
        </p:blipFill>
        <p:spPr>
          <a:xfrm>
            <a:off x="10166839" y="1962131"/>
            <a:ext cx="1554120" cy="347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Problématique &amp; objectifs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2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Suivi dispersé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Saisie manuelle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Peu de traçabilité</a:t>
            </a:r>
            <a:endParaRPr lang="en-US" sz="1250" dirty="0"/>
          </a:p>
        </p:txBody>
      </p:sp>
      <p:sp>
        <p:nvSpPr>
          <p:cNvPr id="26" name="TextBox 25"/>
          <p:cNvSpPr txBox="1"/>
          <p:nvPr/>
        </p:nvSpPr>
        <p:spPr>
          <a:xfrm>
            <a:off x="5500000" y="1325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2C55E"/>
                </a:solidFill>
              </a:rPr>
              <a:t>Objectifs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0000" y="1810512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1168" y="1856232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43000" y="2048256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Centraliser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3000" y="2375512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Tout au meme endroit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0000" y="2926080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1168" y="2971800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3000" y="3163824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Fiabiliser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3000" y="3491080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Donnees verifiees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0000" y="4041648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1168" y="4087368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3000" y="42793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Automatiser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3000" y="4606648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Calculs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0000" y="3000000"/>
            <a:ext cx="800000" cy="500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33192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3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2272" y="1865376"/>
            <a:ext cx="3246120" cy="32552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</a:rPr>
              <a:t>Web + Mobile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Gestion, planning, suivi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Scan rapide sur mobile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Fiche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Séance et contenu réalisé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plus transparent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43024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4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Créer la séance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Identifiant unique</a:t>
            </a:r>
            <a:endParaRPr lang="en-US" sz="1220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Action mobile</a:t>
            </a:r>
            <a:endParaRPr lang="en-US" sz="1220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71232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Valider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26096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Trace fiable</a:t>
            </a:r>
            <a:endParaRPr lang="en-US" sz="1220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Honoraires</a:t>
            </a:r>
            <a:endParaRPr lang="en-US" sz="1220" dirty="0"/>
          </a:p>
        </p:txBody>
      </p:sp>
      <p:sp>
        <p:nvSpPr>
          <p:cNvPr id="46" name="Text 38"/>
          <p:cNvSpPr/>
          <p:nvPr/>
        </p:nvSpPr>
        <p:spPr>
          <a:xfrm>
            <a:off x="1920240" y="5532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Le public écoute le scénario pendant que la slide montre uniquement le flux.</a:t>
            </a:r>
            <a:endParaRPr lang="en-US" sz="1500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49" name="Picture 48" descr="qrcode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D19CD38-FE71-2906-AA99-C76CAF72A0DC}"/>
              </a:ext>
            </a:extLst>
          </p:cNvPr>
          <p:cNvSpPr/>
          <p:nvPr/>
        </p:nvSpPr>
        <p:spPr>
          <a:xfrm>
            <a:off x="8763000" y="1524000"/>
            <a:ext cx="5334000" cy="5334000"/>
          </a:xfrm>
          <a:prstGeom prst="ellipse">
            <a:avLst/>
          </a:prstGeom>
          <a:solidFill>
            <a:srgbClr val="0C1834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80AEC5C-1934-FB41-3469-B00ED9E1C1CB}"/>
              </a:ext>
            </a:extLst>
          </p:cNvPr>
          <p:cNvSpPr/>
          <p:nvPr/>
        </p:nvSpPr>
        <p:spPr>
          <a:xfrm>
            <a:off x="3302000" y="1524000"/>
            <a:ext cx="6604000" cy="6604000"/>
          </a:xfrm>
          <a:prstGeom prst="ellipse">
            <a:avLst/>
          </a:prstGeom>
          <a:solidFill>
            <a:srgbClr val="0F172A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00BCD4"/>
                </a:solidFill>
                <a:latin typeface="Aptos" panose="020B0004020202020204" pitchFamily="34" charset="0"/>
              </a:rPr>
              <a:t>5 / 9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F96FBBC-A736-283A-3BF9-12A17E489403}"/>
              </a:ext>
            </a:extLst>
          </p:cNvPr>
          <p:cNvSpPr txBox="1"/>
          <p:nvPr/>
        </p:nvSpPr>
        <p:spPr>
          <a:xfrm>
            <a:off x="736600" y="1473200"/>
            <a:ext cx="10668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300">
                <a:solidFill>
                  <a:srgbClr val="94A3B8"/>
                </a:solidFill>
                <a:latin typeface="Aptos" panose="020B0004020202020204" pitchFamily="34" charset="0"/>
              </a:rPr>
              <a:t>Modele MVC simplifie du systeme EduTrack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413A29C-02AA-8568-38D1-87ADFD41F0AD}"/>
              </a:ext>
            </a:extLst>
          </p:cNvPr>
          <p:cNvSpPr/>
          <p:nvPr/>
        </p:nvSpPr>
        <p:spPr>
          <a:xfrm>
            <a:off x="952500" y="2070100"/>
            <a:ext cx="1587500" cy="2667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B44ABFC-EEDF-BDD5-6C5E-1C05F895BDE7}"/>
              </a:ext>
            </a:extLst>
          </p:cNvPr>
          <p:cNvSpPr txBox="1"/>
          <p:nvPr/>
        </p:nvSpPr>
        <p:spPr>
          <a:xfrm>
            <a:off x="1244600" y="2362200"/>
            <a:ext cx="990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00BCD4"/>
                </a:solidFill>
                <a:latin typeface="Aptos" panose="020B0004020202020204" pitchFamily="34" charset="0"/>
              </a:rPr>
              <a:t>ACTEURS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BA2B8E2-4DB7-E60C-1F47-6317C9399EBA}"/>
              </a:ext>
            </a:extLst>
          </p:cNvPr>
          <p:cNvSpPr/>
          <p:nvPr/>
        </p:nvSpPr>
        <p:spPr>
          <a:xfrm>
            <a:off x="1549400" y="2946400"/>
            <a:ext cx="381000" cy="381000"/>
          </a:xfrm>
          <a:prstGeom prst="ellipse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6322126-2E5D-2D23-FF22-4B3412B8CFD7}"/>
              </a:ext>
            </a:extLst>
          </p:cNvPr>
          <p:cNvSpPr/>
          <p:nvPr/>
        </p:nvSpPr>
        <p:spPr>
          <a:xfrm>
            <a:off x="1295400" y="3390900"/>
            <a:ext cx="889000" cy="6096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872179B-A1FF-B3B1-9547-33EFB681E438}"/>
              </a:ext>
            </a:extLst>
          </p:cNvPr>
          <p:cNvSpPr txBox="1"/>
          <p:nvPr/>
        </p:nvSpPr>
        <p:spPr>
          <a:xfrm>
            <a:off x="1219200" y="4191000"/>
            <a:ext cx="1041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Admin / Enseignant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F4123FB0-BF2B-A9B6-5C93-202200BAB2A9}"/>
              </a:ext>
            </a:extLst>
          </p:cNvPr>
          <p:cNvSpPr/>
          <p:nvPr/>
        </p:nvSpPr>
        <p:spPr>
          <a:xfrm>
            <a:off x="3111500" y="1816100"/>
            <a:ext cx="2286000" cy="3175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97C7238-5494-665A-04A8-FD2E6819A3DB}"/>
              </a:ext>
            </a:extLst>
          </p:cNvPr>
          <p:cNvSpPr txBox="1"/>
          <p:nvPr/>
        </p:nvSpPr>
        <p:spPr>
          <a:xfrm>
            <a:off x="3733800" y="2108200"/>
            <a:ext cx="1041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700" b="1">
                <a:solidFill>
                  <a:srgbClr val="00BCD4"/>
                </a:solidFill>
                <a:latin typeface="Aptos" panose="020B0004020202020204" pitchFamily="34" charset="0"/>
              </a:rPr>
              <a:t>VUE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E2D3723-73E1-9EB4-9A8E-A67105101FC8}"/>
              </a:ext>
            </a:extLst>
          </p:cNvPr>
          <p:cNvSpPr txBox="1"/>
          <p:nvPr/>
        </p:nvSpPr>
        <p:spPr>
          <a:xfrm>
            <a:off x="3505200" y="2489200"/>
            <a:ext cx="1498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Web et mobile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30EFDF53-7ADC-80A0-D7C4-460604A94DB0}"/>
              </a:ext>
            </a:extLst>
          </p:cNvPr>
          <p:cNvSpPr/>
          <p:nvPr/>
        </p:nvSpPr>
        <p:spPr>
          <a:xfrm>
            <a:off x="3454400" y="2870200"/>
            <a:ext cx="1041400" cy="787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F0B82C-AC60-1EF8-B38B-FEF088E2B664}"/>
              </a:ext>
            </a:extLst>
          </p:cNvPr>
          <p:cNvSpPr/>
          <p:nvPr/>
        </p:nvSpPr>
        <p:spPr>
          <a:xfrm>
            <a:off x="3454400" y="2870200"/>
            <a:ext cx="1041400" cy="2286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CF341352-95BD-6778-4A8F-D1EE58E31835}"/>
              </a:ext>
            </a:extLst>
          </p:cNvPr>
          <p:cNvSpPr/>
          <p:nvPr/>
        </p:nvSpPr>
        <p:spPr>
          <a:xfrm>
            <a:off x="3632200" y="3302000"/>
            <a:ext cx="101600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C700820-0EEE-83AC-1A84-E189525CD798}"/>
              </a:ext>
            </a:extLst>
          </p:cNvPr>
          <p:cNvSpPr/>
          <p:nvPr/>
        </p:nvSpPr>
        <p:spPr>
          <a:xfrm>
            <a:off x="3793067" y="3302000"/>
            <a:ext cx="101600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8A7F9F3E-4FCC-C16C-ED76-FDBBAB9E4DBF}"/>
              </a:ext>
            </a:extLst>
          </p:cNvPr>
          <p:cNvSpPr/>
          <p:nvPr/>
        </p:nvSpPr>
        <p:spPr>
          <a:xfrm>
            <a:off x="3953933" y="3302000"/>
            <a:ext cx="101600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18AC7EB8-BF33-F590-DF5E-D77F4C798621}"/>
              </a:ext>
            </a:extLst>
          </p:cNvPr>
          <p:cNvSpPr/>
          <p:nvPr/>
        </p:nvSpPr>
        <p:spPr>
          <a:xfrm>
            <a:off x="3670300" y="3937000"/>
            <a:ext cx="4318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5140E4E-7F2E-BC41-9A3C-884BC539E5B7}"/>
              </a:ext>
            </a:extLst>
          </p:cNvPr>
          <p:cNvSpPr/>
          <p:nvPr/>
        </p:nvSpPr>
        <p:spPr>
          <a:xfrm>
            <a:off x="3670300" y="4064000"/>
            <a:ext cx="2540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919280C-E79C-A80B-207F-3B477E40F61E}"/>
              </a:ext>
            </a:extLst>
          </p:cNvPr>
          <p:cNvSpPr/>
          <p:nvPr/>
        </p:nvSpPr>
        <p:spPr>
          <a:xfrm>
            <a:off x="3670300" y="4191000"/>
            <a:ext cx="2540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A5CCF1A4-6154-33AF-A8AF-AD86422D7409}"/>
              </a:ext>
            </a:extLst>
          </p:cNvPr>
          <p:cNvSpPr/>
          <p:nvPr/>
        </p:nvSpPr>
        <p:spPr>
          <a:xfrm>
            <a:off x="3670300" y="4318000"/>
            <a:ext cx="2540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4EB3A4A-47C7-9E07-14AF-2D792285BD3B}"/>
              </a:ext>
            </a:extLst>
          </p:cNvPr>
          <p:cNvSpPr/>
          <p:nvPr/>
        </p:nvSpPr>
        <p:spPr>
          <a:xfrm>
            <a:off x="4533900" y="2705100"/>
            <a:ext cx="482600" cy="1117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43EFC89-C0B9-B260-3345-5C7DBE62D9C6}"/>
              </a:ext>
            </a:extLst>
          </p:cNvPr>
          <p:cNvSpPr/>
          <p:nvPr/>
        </p:nvSpPr>
        <p:spPr>
          <a:xfrm>
            <a:off x="4610100" y="2832100"/>
            <a:ext cx="330200" cy="863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F5ABFC-A042-BDB5-97A1-9A1C93A58EF0}"/>
              </a:ext>
            </a:extLst>
          </p:cNvPr>
          <p:cNvSpPr/>
          <p:nvPr/>
        </p:nvSpPr>
        <p:spPr>
          <a:xfrm>
            <a:off x="4610100" y="2832100"/>
            <a:ext cx="3302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D7009B24-FA9D-24B3-8F77-6029AAB10D24}"/>
              </a:ext>
            </a:extLst>
          </p:cNvPr>
          <p:cNvSpPr/>
          <p:nvPr/>
        </p:nvSpPr>
        <p:spPr>
          <a:xfrm>
            <a:off x="4711700" y="32385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41D7D167-E4FC-5D10-2317-C9465E4FE2B4}"/>
              </a:ext>
            </a:extLst>
          </p:cNvPr>
          <p:cNvSpPr/>
          <p:nvPr/>
        </p:nvSpPr>
        <p:spPr>
          <a:xfrm>
            <a:off x="4711700" y="34544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2DC97589-8C3D-9DE7-59F1-DA800F565A05}"/>
              </a:ext>
            </a:extLst>
          </p:cNvPr>
          <p:cNvSpPr/>
          <p:nvPr/>
        </p:nvSpPr>
        <p:spPr>
          <a:xfrm>
            <a:off x="4711700" y="36703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4C5D8E39-0F2B-04AE-CB50-6678A66839A0}"/>
              </a:ext>
            </a:extLst>
          </p:cNvPr>
          <p:cNvSpPr/>
          <p:nvPr/>
        </p:nvSpPr>
        <p:spPr>
          <a:xfrm>
            <a:off x="4711700" y="3886200"/>
            <a:ext cx="1270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1009FDBF-6D30-6C96-3915-6AB093EA3DD8}"/>
              </a:ext>
            </a:extLst>
          </p:cNvPr>
          <p:cNvSpPr/>
          <p:nvPr/>
        </p:nvSpPr>
        <p:spPr>
          <a:xfrm>
            <a:off x="4711700" y="3238500"/>
            <a:ext cx="127000" cy="127000"/>
          </a:xfrm>
          <a:prstGeom prst="round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8" name="Graphique 57">
            <a:extLst>
              <a:ext uri="{FF2B5EF4-FFF2-40B4-BE49-F238E27FC236}">
                <a16:creationId xmlns:a16="http://schemas.microsoft.com/office/drawing/2014/main" id="{E7093606-D026-80D0-D5F1-D81816F8852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6800" y="3873500"/>
            <a:ext cx="431800" cy="431800"/>
          </a:xfrm>
          <a:prstGeom prst="rect">
            <a:avLst/>
          </a:prstGeom>
        </p:spPr>
      </p:pic>
      <p:pic>
        <p:nvPicPr>
          <p:cNvPr id="60" name="Graphique 59">
            <a:extLst>
              <a:ext uri="{FF2B5EF4-FFF2-40B4-BE49-F238E27FC236}">
                <a16:creationId xmlns:a16="http://schemas.microsoft.com/office/drawing/2014/main" id="{DCF34814-8A15-45F9-6A9B-78AE580F324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1000" y="3873500"/>
            <a:ext cx="431800" cy="431800"/>
          </a:xfrm>
          <a:prstGeom prst="rect">
            <a:avLst/>
          </a:prstGeom>
        </p:spPr>
      </p:pic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A133CE21-46FD-C1F7-129A-EBE7885BAA37}"/>
              </a:ext>
            </a:extLst>
          </p:cNvPr>
          <p:cNvSpPr/>
          <p:nvPr/>
        </p:nvSpPr>
        <p:spPr>
          <a:xfrm>
            <a:off x="3581400" y="4508500"/>
            <a:ext cx="1346200" cy="317500"/>
          </a:xfrm>
          <a:prstGeom prst="roundRect">
            <a:avLst/>
          </a:prstGeom>
          <a:solidFill>
            <a:srgbClr val="00BCD4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0AABFE4-ACFE-B2F0-902E-0C0BF7934A4D}"/>
              </a:ext>
            </a:extLst>
          </p:cNvPr>
          <p:cNvSpPr txBox="1"/>
          <p:nvPr/>
        </p:nvSpPr>
        <p:spPr>
          <a:xfrm>
            <a:off x="3581400" y="45720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Angular + Ionic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97FE4477-706D-4B83-8125-66546EA2CE0D}"/>
              </a:ext>
            </a:extLst>
          </p:cNvPr>
          <p:cNvSpPr/>
          <p:nvPr/>
        </p:nvSpPr>
        <p:spPr>
          <a:xfrm>
            <a:off x="6159500" y="1816100"/>
            <a:ext cx="2286000" cy="3175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813B5618-E909-7A1F-B139-4FD4964233F9}"/>
              </a:ext>
            </a:extLst>
          </p:cNvPr>
          <p:cNvSpPr txBox="1"/>
          <p:nvPr/>
        </p:nvSpPr>
        <p:spPr>
          <a:xfrm>
            <a:off x="6502400" y="2108200"/>
            <a:ext cx="1600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700" b="1">
                <a:solidFill>
                  <a:srgbClr val="10B981"/>
                </a:solidFill>
                <a:latin typeface="Aptos" panose="020B0004020202020204" pitchFamily="34" charset="0"/>
              </a:rPr>
              <a:t>CONTROLEUR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3A6BEB6-29DD-08B3-0502-B5E3A16D13EC}"/>
              </a:ext>
            </a:extLst>
          </p:cNvPr>
          <p:cNvSpPr txBox="1"/>
          <p:nvPr/>
        </p:nvSpPr>
        <p:spPr>
          <a:xfrm>
            <a:off x="6654800" y="2489200"/>
            <a:ext cx="1295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API REST</a:t>
            </a:r>
          </a:p>
        </p:txBody>
      </p:sp>
      <p:pic>
        <p:nvPicPr>
          <p:cNvPr id="67" name="Graphique 66">
            <a:extLst>
              <a:ext uri="{FF2B5EF4-FFF2-40B4-BE49-F238E27FC236}">
                <a16:creationId xmlns:a16="http://schemas.microsoft.com/office/drawing/2014/main" id="{FB58B629-2721-4AF9-1E3C-5D45E3E04B3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200" y="2921000"/>
            <a:ext cx="736600" cy="736600"/>
          </a:xfrm>
          <a:prstGeom prst="rect">
            <a:avLst/>
          </a:prstGeom>
        </p:spPr>
      </p:pic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30A1F8C4-57EA-A079-117C-5E62DCA3B776}"/>
              </a:ext>
            </a:extLst>
          </p:cNvPr>
          <p:cNvSpPr/>
          <p:nvPr/>
        </p:nvSpPr>
        <p:spPr>
          <a:xfrm>
            <a:off x="6629400" y="4000500"/>
            <a:ext cx="1346200" cy="317500"/>
          </a:xfrm>
          <a:prstGeom prst="roundRect">
            <a:avLst/>
          </a:prstGeom>
          <a:solidFill>
            <a:srgbClr val="10B981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AE034FCE-19F2-6D94-4348-D16653111C68}"/>
              </a:ext>
            </a:extLst>
          </p:cNvPr>
          <p:cNvSpPr txBox="1"/>
          <p:nvPr/>
        </p:nvSpPr>
        <p:spPr>
          <a:xfrm>
            <a:off x="6629400" y="40640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Aptos" panose="020B0004020202020204" pitchFamily="34" charset="0"/>
              </a:rPr>
              <a:t>Spring Boot</a:t>
            </a:r>
          </a:p>
        </p:txBody>
      </p: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E776AC96-CDF4-796F-8B97-54FC6FD598B6}"/>
              </a:ext>
            </a:extLst>
          </p:cNvPr>
          <p:cNvSpPr/>
          <p:nvPr/>
        </p:nvSpPr>
        <p:spPr>
          <a:xfrm>
            <a:off x="6629400" y="4445000"/>
            <a:ext cx="1346200" cy="317500"/>
          </a:xfrm>
          <a:prstGeom prst="roundRect">
            <a:avLst/>
          </a:prstGeom>
          <a:solidFill>
            <a:srgbClr val="4361EE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CEDB50BA-A3BF-65E8-24EB-9A99A2E69CF1}"/>
              </a:ext>
            </a:extLst>
          </p:cNvPr>
          <p:cNvSpPr txBox="1"/>
          <p:nvPr/>
        </p:nvSpPr>
        <p:spPr>
          <a:xfrm>
            <a:off x="6629400" y="45085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JWT</a:t>
            </a: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BD7288E9-7C54-9D23-E158-9EDBE0131683}"/>
              </a:ext>
            </a:extLst>
          </p:cNvPr>
          <p:cNvSpPr/>
          <p:nvPr/>
        </p:nvSpPr>
        <p:spPr>
          <a:xfrm>
            <a:off x="9207500" y="1816100"/>
            <a:ext cx="2286000" cy="31750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98E36338-DF29-C3B5-8967-0368015722CD}"/>
              </a:ext>
            </a:extLst>
          </p:cNvPr>
          <p:cNvSpPr txBox="1"/>
          <p:nvPr/>
        </p:nvSpPr>
        <p:spPr>
          <a:xfrm>
            <a:off x="9779000" y="2108200"/>
            <a:ext cx="114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700" b="1">
                <a:solidFill>
                  <a:srgbClr val="F59E0B"/>
                </a:solidFill>
                <a:latin typeface="Aptos" panose="020B0004020202020204" pitchFamily="34" charset="0"/>
              </a:rPr>
              <a:t>MODELE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4D4ADF1D-3AA3-E339-C46B-373303CB2965}"/>
              </a:ext>
            </a:extLst>
          </p:cNvPr>
          <p:cNvSpPr txBox="1"/>
          <p:nvPr/>
        </p:nvSpPr>
        <p:spPr>
          <a:xfrm>
            <a:off x="9499600" y="2489200"/>
            <a:ext cx="1701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Donnees du systeme</a:t>
            </a:r>
          </a:p>
        </p:txBody>
      </p:sp>
      <p:pic>
        <p:nvPicPr>
          <p:cNvPr id="134" name="Graphique 133">
            <a:extLst>
              <a:ext uri="{FF2B5EF4-FFF2-40B4-BE49-F238E27FC236}">
                <a16:creationId xmlns:a16="http://schemas.microsoft.com/office/drawing/2014/main" id="{8B8B30DB-D87F-4204-78EC-EC1C30A04874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82200" y="2857500"/>
            <a:ext cx="736600" cy="736600"/>
          </a:xfrm>
          <a:prstGeom prst="rect">
            <a:avLst/>
          </a:prstGeom>
        </p:spPr>
      </p:pic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CC776E70-81DA-20B0-CC23-C63EE58FF542}"/>
              </a:ext>
            </a:extLst>
          </p:cNvPr>
          <p:cNvSpPr/>
          <p:nvPr/>
        </p:nvSpPr>
        <p:spPr>
          <a:xfrm>
            <a:off x="9664700" y="4000500"/>
            <a:ext cx="1371600" cy="317500"/>
          </a:xfrm>
          <a:prstGeom prst="roundRect">
            <a:avLst/>
          </a:prstGeom>
          <a:solidFill>
            <a:srgbClr val="F59E0B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AB4B2B3D-2D9F-E055-5898-C595B0802B79}"/>
              </a:ext>
            </a:extLst>
          </p:cNvPr>
          <p:cNvSpPr txBox="1"/>
          <p:nvPr/>
        </p:nvSpPr>
        <p:spPr>
          <a:xfrm>
            <a:off x="9664700" y="4064000"/>
            <a:ext cx="1371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F4C68F1E-CD1B-9854-E73F-3EF3ABF668F8}"/>
              </a:ext>
            </a:extLst>
          </p:cNvPr>
          <p:cNvSpPr txBox="1"/>
          <p:nvPr/>
        </p:nvSpPr>
        <p:spPr>
          <a:xfrm>
            <a:off x="9652000" y="4470400"/>
            <a:ext cx="139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CBD5E1"/>
                </a:solidFill>
                <a:latin typeface="Aptos" panose="020B0004020202020204" pitchFamily="34" charset="0"/>
              </a:rPr>
              <a:t>Classes, seances, emargements, honoraires</a:t>
            </a:r>
          </a:p>
        </p:txBody>
      </p: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F7BD3BD0-39A7-6808-CC68-FDFDFFCE7A61}"/>
              </a:ext>
            </a:extLst>
          </p:cNvPr>
          <p:cNvCxnSpPr/>
          <p:nvPr/>
        </p:nvCxnSpPr>
        <p:spPr>
          <a:xfrm>
            <a:off x="2540000" y="3403600"/>
            <a:ext cx="571500" cy="0"/>
          </a:xfrm>
          <a:prstGeom prst="line">
            <a:avLst/>
          </a:prstGeom>
          <a:ln w="30480">
            <a:solidFill>
              <a:srgbClr val="00BC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96A852A6-8759-81EC-3902-B0F6841C8BCF}"/>
              </a:ext>
            </a:extLst>
          </p:cNvPr>
          <p:cNvCxnSpPr/>
          <p:nvPr/>
        </p:nvCxnSpPr>
        <p:spPr>
          <a:xfrm>
            <a:off x="5397500" y="3403600"/>
            <a:ext cx="762000" cy="0"/>
          </a:xfrm>
          <a:prstGeom prst="line">
            <a:avLst/>
          </a:prstGeom>
          <a:ln w="30480">
            <a:solidFill>
              <a:srgbClr val="10B98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60931A54-8C66-30D0-9588-A13FF883505B}"/>
              </a:ext>
            </a:extLst>
          </p:cNvPr>
          <p:cNvCxnSpPr/>
          <p:nvPr/>
        </p:nvCxnSpPr>
        <p:spPr>
          <a:xfrm>
            <a:off x="8445500" y="3403600"/>
            <a:ext cx="7620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94A3B8"/>
                </a:solidFill>
                <a:latin typeface="Aptos" panose="020B0004020202020204" pitchFamily="34" charset="0"/>
              </a:rPr>
              <a:t>reponse vers les interfaces</a:t>
            </a: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Technologies &amp; </a:t>
            </a:r>
            <a:r>
              <a:rPr lang="en-US" sz="2900" b="1" dirty="0" err="1">
                <a:solidFill>
                  <a:srgbClr val="FFFFFF"/>
                </a:solidFill>
              </a:rPr>
              <a:t>Outils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utilisée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6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8" descr="MEMOIRE/online_icons/firebase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348472" y="4160520"/>
            <a:ext cx="768096" cy="6583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UML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589D6E8-E576-2100-F4A8-200AA1174CEE}"/>
              </a:ext>
            </a:extLst>
          </p:cNvPr>
          <p:cNvSpPr/>
          <p:nvPr/>
        </p:nvSpPr>
        <p:spPr>
          <a:xfrm>
            <a:off x="8763000" y="1524000"/>
            <a:ext cx="5334000" cy="5334000"/>
          </a:xfrm>
          <a:prstGeom prst="ellipse">
            <a:avLst/>
          </a:prstGeom>
          <a:solidFill>
            <a:srgbClr val="0C1834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302000" y="1524000"/>
            <a:ext cx="6604000" cy="6604000"/>
          </a:xfrm>
          <a:prstGeom prst="ellipse">
            <a:avLst/>
          </a:prstGeom>
          <a:solidFill>
            <a:srgbClr val="0F172A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DEMONSTRATION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00BCD4"/>
                </a:solidFill>
                <a:latin typeface="Aptos" panose="020B0004020202020204" pitchFamily="34" charset="0"/>
              </a:rPr>
              <a:t>7 / 9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736600" y="1473200"/>
            <a:ext cx="10668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300">
                <a:solidFill>
                  <a:srgbClr val="94A3B8"/>
                </a:solidFill>
                <a:latin typeface="Aptos" panose="020B0004020202020204" pitchFamily="34" charset="0"/>
              </a:rPr>
              <a:t>Mobile enseignant et interface web administrateur pendant la demonstration.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0EEE8A9-E5E3-42EB-67A1-2102DCAE10C9}"/>
              </a:ext>
            </a:extLst>
          </p:cNvPr>
          <p:cNvSpPr/>
          <p:nvPr/>
        </p:nvSpPr>
        <p:spPr>
          <a:xfrm>
            <a:off x="990600" y="1905000"/>
            <a:ext cx="4191000" cy="35306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117102C-A02A-F83E-7B62-0B29B68B0A09}"/>
              </a:ext>
            </a:extLst>
          </p:cNvPr>
          <p:cNvSpPr txBox="1"/>
          <p:nvPr/>
        </p:nvSpPr>
        <p:spPr>
          <a:xfrm>
            <a:off x="1295400" y="2209800"/>
            <a:ext cx="266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 b="1">
                <a:solidFill>
                  <a:srgbClr val="00BCD4"/>
                </a:solidFill>
                <a:latin typeface="Aptos" panose="020B0004020202020204" pitchFamily="34" charset="0"/>
              </a:rPr>
              <a:t>Mobile enseignant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C840B85-8193-EBA7-E300-FA8AF51079ED}"/>
              </a:ext>
            </a:extLst>
          </p:cNvPr>
          <p:cNvSpPr txBox="1"/>
          <p:nvPr/>
        </p:nvSpPr>
        <p:spPr>
          <a:xfrm>
            <a:off x="1295400" y="25527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Connexion, planning et scan QR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C8E8DAB-0716-A4E6-79D4-58AA4BF1DF2B}"/>
              </a:ext>
            </a:extLst>
          </p:cNvPr>
          <p:cNvSpPr/>
          <p:nvPr/>
        </p:nvSpPr>
        <p:spPr>
          <a:xfrm>
            <a:off x="1549400" y="3048000"/>
            <a:ext cx="965200" cy="1752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3844CDA-0489-F9D8-505C-7C4322C1B7E7}"/>
              </a:ext>
            </a:extLst>
          </p:cNvPr>
          <p:cNvSpPr/>
          <p:nvPr/>
        </p:nvSpPr>
        <p:spPr>
          <a:xfrm>
            <a:off x="1625600" y="3175000"/>
            <a:ext cx="812800" cy="1498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F0F220-A1FB-C467-D1F4-9F4871106632}"/>
              </a:ext>
            </a:extLst>
          </p:cNvPr>
          <p:cNvSpPr/>
          <p:nvPr/>
        </p:nvSpPr>
        <p:spPr>
          <a:xfrm>
            <a:off x="1625600" y="3175000"/>
            <a:ext cx="8128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0BF42AF-9338-E3E2-96B3-88B66CD42DA1}"/>
              </a:ext>
            </a:extLst>
          </p:cNvPr>
          <p:cNvSpPr/>
          <p:nvPr/>
        </p:nvSpPr>
        <p:spPr>
          <a:xfrm>
            <a:off x="1841500" y="3619500"/>
            <a:ext cx="381000" cy="381000"/>
          </a:xfrm>
          <a:prstGeom prst="ellipse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CF933D7-F275-E00C-6B19-43C2EC5E5DA4}"/>
              </a:ext>
            </a:extLst>
          </p:cNvPr>
          <p:cNvSpPr/>
          <p:nvPr/>
        </p:nvSpPr>
        <p:spPr>
          <a:xfrm>
            <a:off x="1778000" y="4165600"/>
            <a:ext cx="508000" cy="889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42249B9-8017-1C47-87CD-8E4F9E979D5E}"/>
              </a:ext>
            </a:extLst>
          </p:cNvPr>
          <p:cNvSpPr/>
          <p:nvPr/>
        </p:nvSpPr>
        <p:spPr>
          <a:xfrm>
            <a:off x="1778000" y="4356100"/>
            <a:ext cx="508000" cy="889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96D4B71-4227-2113-16B8-643DA1FB08D0}"/>
              </a:ext>
            </a:extLst>
          </p:cNvPr>
          <p:cNvSpPr/>
          <p:nvPr/>
        </p:nvSpPr>
        <p:spPr>
          <a:xfrm>
            <a:off x="2794000" y="3048000"/>
            <a:ext cx="965200" cy="1752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4767EA49-B1D7-80A2-A4ED-45FF1D957C66}"/>
              </a:ext>
            </a:extLst>
          </p:cNvPr>
          <p:cNvSpPr/>
          <p:nvPr/>
        </p:nvSpPr>
        <p:spPr>
          <a:xfrm>
            <a:off x="2870200" y="3175000"/>
            <a:ext cx="812800" cy="1498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4FD29A-562E-2C75-7F4B-3385178E7429}"/>
              </a:ext>
            </a:extLst>
          </p:cNvPr>
          <p:cNvSpPr/>
          <p:nvPr/>
        </p:nvSpPr>
        <p:spPr>
          <a:xfrm>
            <a:off x="2870200" y="3175000"/>
            <a:ext cx="8128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79FF9CF-70E6-4F22-81EC-6AE35E443321}"/>
              </a:ext>
            </a:extLst>
          </p:cNvPr>
          <p:cNvSpPr/>
          <p:nvPr/>
        </p:nvSpPr>
        <p:spPr>
          <a:xfrm>
            <a:off x="2971800" y="35814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615E9712-E0E2-E476-6152-B518C34C1589}"/>
              </a:ext>
            </a:extLst>
          </p:cNvPr>
          <p:cNvSpPr/>
          <p:nvPr/>
        </p:nvSpPr>
        <p:spPr>
          <a:xfrm>
            <a:off x="2971800" y="37973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6C95BDBC-1DEA-CB0F-5E3F-347E7CD42853}"/>
              </a:ext>
            </a:extLst>
          </p:cNvPr>
          <p:cNvSpPr/>
          <p:nvPr/>
        </p:nvSpPr>
        <p:spPr>
          <a:xfrm>
            <a:off x="2971800" y="40132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B0DA0D74-19E3-42FC-9BE7-F5D3A8DFDF11}"/>
              </a:ext>
            </a:extLst>
          </p:cNvPr>
          <p:cNvSpPr/>
          <p:nvPr/>
        </p:nvSpPr>
        <p:spPr>
          <a:xfrm>
            <a:off x="2971800" y="4229100"/>
            <a:ext cx="609600" cy="12700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58B43B38-447C-71C9-22CF-8B8833557C75}"/>
              </a:ext>
            </a:extLst>
          </p:cNvPr>
          <p:cNvSpPr/>
          <p:nvPr/>
        </p:nvSpPr>
        <p:spPr>
          <a:xfrm>
            <a:off x="2971800" y="3581400"/>
            <a:ext cx="609600" cy="127000"/>
          </a:xfrm>
          <a:prstGeom prst="round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6C21EC6D-C261-B203-D144-DB11CF5A3430}"/>
              </a:ext>
            </a:extLst>
          </p:cNvPr>
          <p:cNvSpPr/>
          <p:nvPr/>
        </p:nvSpPr>
        <p:spPr>
          <a:xfrm>
            <a:off x="4038600" y="3048000"/>
            <a:ext cx="787400" cy="175260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04BDDD9-A7EE-D96A-9A27-68EBCEA3D8F0}"/>
              </a:ext>
            </a:extLst>
          </p:cNvPr>
          <p:cNvSpPr/>
          <p:nvPr/>
        </p:nvSpPr>
        <p:spPr>
          <a:xfrm>
            <a:off x="4114800" y="3175000"/>
            <a:ext cx="635000" cy="228600"/>
          </a:xfrm>
          <a:prstGeom prst="rect">
            <a:avLst/>
          </a:prstGeom>
          <a:solidFill>
            <a:srgbClr val="4361E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AEA5C17-B9CA-DBB5-C48C-46E0AB775684}"/>
              </a:ext>
            </a:extLst>
          </p:cNvPr>
          <p:cNvSpPr txBox="1"/>
          <p:nvPr/>
        </p:nvSpPr>
        <p:spPr>
          <a:xfrm>
            <a:off x="1549400" y="4978400"/>
            <a:ext cx="96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Connexion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E38C5F5A-7990-7E18-249E-3F34F0ADB4A2}"/>
              </a:ext>
            </a:extLst>
          </p:cNvPr>
          <p:cNvSpPr txBox="1"/>
          <p:nvPr/>
        </p:nvSpPr>
        <p:spPr>
          <a:xfrm>
            <a:off x="2794000" y="4978400"/>
            <a:ext cx="96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Planning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26DBBA44-AEEE-0A02-8D3F-F0F02FC0BAB3}"/>
              </a:ext>
            </a:extLst>
          </p:cNvPr>
          <p:cNvSpPr txBox="1"/>
          <p:nvPr/>
        </p:nvSpPr>
        <p:spPr>
          <a:xfrm>
            <a:off x="3937000" y="4978400"/>
            <a:ext cx="96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Scan QR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28E09CAE-556A-D6D4-CEE6-EFD28E4E14BD}"/>
              </a:ext>
            </a:extLst>
          </p:cNvPr>
          <p:cNvSpPr/>
          <p:nvPr/>
        </p:nvSpPr>
        <p:spPr>
          <a:xfrm>
            <a:off x="5969000" y="1905000"/>
            <a:ext cx="5207000" cy="35306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C6735D18-6FD4-1CAD-FC75-1CD46C1E8227}"/>
              </a:ext>
            </a:extLst>
          </p:cNvPr>
          <p:cNvSpPr txBox="1"/>
          <p:nvPr/>
        </p:nvSpPr>
        <p:spPr>
          <a:xfrm>
            <a:off x="6273800" y="2209800"/>
            <a:ext cx="3429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 b="1">
                <a:solidFill>
                  <a:srgbClr val="F59E0B"/>
                </a:solidFill>
                <a:latin typeface="Aptos" panose="020B0004020202020204" pitchFamily="34" charset="0"/>
              </a:rPr>
              <a:t>Interface web administrateur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9AA1E97-8140-AC18-B6B6-022B1917911B}"/>
              </a:ext>
            </a:extLst>
          </p:cNvPr>
          <p:cNvSpPr txBox="1"/>
          <p:nvPr/>
        </p:nvSpPr>
        <p:spPr>
          <a:xfrm>
            <a:off x="6273800" y="2552700"/>
            <a:ext cx="368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94A3B8"/>
                </a:solidFill>
                <a:latin typeface="Aptos" panose="020B0004020202020204" pitchFamily="34" charset="0"/>
              </a:rPr>
              <a:t>Tableau de bord, seances et honoraires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CA87D8C1-3A5D-49C1-F28B-2EFFBDE5E74D}"/>
              </a:ext>
            </a:extLst>
          </p:cNvPr>
          <p:cNvSpPr/>
          <p:nvPr/>
        </p:nvSpPr>
        <p:spPr>
          <a:xfrm>
            <a:off x="6540500" y="3022600"/>
            <a:ext cx="4000500" cy="1651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202F7BD-6E48-2FB2-44D2-CB0959D63F56}"/>
              </a:ext>
            </a:extLst>
          </p:cNvPr>
          <p:cNvSpPr/>
          <p:nvPr/>
        </p:nvSpPr>
        <p:spPr>
          <a:xfrm>
            <a:off x="6540500" y="3022600"/>
            <a:ext cx="4000500" cy="2286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065921EB-8536-CD8D-A30D-25552DD3C712}"/>
              </a:ext>
            </a:extLst>
          </p:cNvPr>
          <p:cNvSpPr/>
          <p:nvPr/>
        </p:nvSpPr>
        <p:spPr>
          <a:xfrm>
            <a:off x="6718300" y="3454400"/>
            <a:ext cx="1087967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1BB7D90F-D343-1EF0-D7BB-E5E6E97F7A00}"/>
              </a:ext>
            </a:extLst>
          </p:cNvPr>
          <p:cNvSpPr/>
          <p:nvPr/>
        </p:nvSpPr>
        <p:spPr>
          <a:xfrm>
            <a:off x="7865533" y="3454400"/>
            <a:ext cx="1087967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E07BCD79-EF4B-C0B6-44CF-DEC52DF0B708}"/>
              </a:ext>
            </a:extLst>
          </p:cNvPr>
          <p:cNvSpPr/>
          <p:nvPr/>
        </p:nvSpPr>
        <p:spPr>
          <a:xfrm>
            <a:off x="9012767" y="3454400"/>
            <a:ext cx="1087967" cy="431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13147197-F3CD-D158-D81D-09FFF8112760}"/>
              </a:ext>
            </a:extLst>
          </p:cNvPr>
          <p:cNvSpPr/>
          <p:nvPr/>
        </p:nvSpPr>
        <p:spPr>
          <a:xfrm>
            <a:off x="6756400" y="4089400"/>
            <a:ext cx="33909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5CF8ED28-E6D7-DD72-C653-BC3F9EF0726B}"/>
              </a:ext>
            </a:extLst>
          </p:cNvPr>
          <p:cNvSpPr/>
          <p:nvPr/>
        </p:nvSpPr>
        <p:spPr>
          <a:xfrm>
            <a:off x="6756400" y="4216400"/>
            <a:ext cx="30861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6400718C-58B9-80C0-BB3A-78EAAE5C7747}"/>
              </a:ext>
            </a:extLst>
          </p:cNvPr>
          <p:cNvSpPr/>
          <p:nvPr/>
        </p:nvSpPr>
        <p:spPr>
          <a:xfrm>
            <a:off x="6756400" y="4343400"/>
            <a:ext cx="27813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0E342C3C-0F2C-3A83-7AD1-A13EF46C11BA}"/>
              </a:ext>
            </a:extLst>
          </p:cNvPr>
          <p:cNvSpPr/>
          <p:nvPr/>
        </p:nvSpPr>
        <p:spPr>
          <a:xfrm>
            <a:off x="6756400" y="4470400"/>
            <a:ext cx="2476500" cy="50800"/>
          </a:xfrm>
          <a:prstGeom prst="roundRect">
            <a:avLst/>
          </a:prstGeom>
          <a:solidFill>
            <a:srgbClr val="00BCD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E6D62FDC-8EC8-242E-50E3-15F2CB33902A}"/>
              </a:ext>
            </a:extLst>
          </p:cNvPr>
          <p:cNvSpPr/>
          <p:nvPr/>
        </p:nvSpPr>
        <p:spPr>
          <a:xfrm>
            <a:off x="6832600" y="3327400"/>
            <a:ext cx="889000" cy="317500"/>
          </a:xfrm>
          <a:prstGeom prst="roundRect">
            <a:avLst/>
          </a:prstGeom>
          <a:solidFill>
            <a:srgbClr val="00BCD4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CE61A029-1710-0066-28C4-CCA4FF24FAD7}"/>
              </a:ext>
            </a:extLst>
          </p:cNvPr>
          <p:cNvSpPr txBox="1"/>
          <p:nvPr/>
        </p:nvSpPr>
        <p:spPr>
          <a:xfrm>
            <a:off x="6832600" y="33909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Classes</a:t>
            </a: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F5F30070-7C4E-FB22-9381-9BBEF370022D}"/>
              </a:ext>
            </a:extLst>
          </p:cNvPr>
          <p:cNvSpPr/>
          <p:nvPr/>
        </p:nvSpPr>
        <p:spPr>
          <a:xfrm>
            <a:off x="7950200" y="3327400"/>
            <a:ext cx="914400" cy="317500"/>
          </a:xfrm>
          <a:prstGeom prst="roundRect">
            <a:avLst/>
          </a:prstGeom>
          <a:solidFill>
            <a:srgbClr val="10B981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1EAF9F09-D461-0C3A-39AC-D9E868B38C52}"/>
              </a:ext>
            </a:extLst>
          </p:cNvPr>
          <p:cNvSpPr txBox="1"/>
          <p:nvPr/>
        </p:nvSpPr>
        <p:spPr>
          <a:xfrm>
            <a:off x="7950200" y="3390900"/>
            <a:ext cx="914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Seances</a:t>
            </a:r>
          </a:p>
        </p:txBody>
      </p:sp>
      <p:sp>
        <p:nvSpPr>
          <p:cNvPr id="80" name="Rectangle : coins arrondis 79">
            <a:extLst>
              <a:ext uri="{FF2B5EF4-FFF2-40B4-BE49-F238E27FC236}">
                <a16:creationId xmlns:a16="http://schemas.microsoft.com/office/drawing/2014/main" id="{0FC262D0-B9DC-4FFE-80E0-582DFBD1C40C}"/>
              </a:ext>
            </a:extLst>
          </p:cNvPr>
          <p:cNvSpPr/>
          <p:nvPr/>
        </p:nvSpPr>
        <p:spPr>
          <a:xfrm>
            <a:off x="9093200" y="3327400"/>
            <a:ext cx="1143000" cy="317500"/>
          </a:xfrm>
          <a:prstGeom prst="roundRect">
            <a:avLst/>
          </a:prstGeom>
          <a:solidFill>
            <a:srgbClr val="F59E0B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18AF6EC7-B06E-605B-D7BC-BF6E9DC6B913}"/>
              </a:ext>
            </a:extLst>
          </p:cNvPr>
          <p:cNvSpPr txBox="1"/>
          <p:nvPr/>
        </p:nvSpPr>
        <p:spPr>
          <a:xfrm>
            <a:off x="9093200" y="3390900"/>
            <a:ext cx="114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Aptos" panose="020B0004020202020204" pitchFamily="34" charset="0"/>
              </a:rPr>
              <a:t>Honoraires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293F3DC1-23C3-7C88-E01B-03FB77E0B3BC}"/>
              </a:ext>
            </a:extLst>
          </p:cNvPr>
          <p:cNvCxnSpPr/>
          <p:nvPr/>
        </p:nvCxnSpPr>
        <p:spPr>
          <a:xfrm>
            <a:off x="5207000" y="3581400"/>
            <a:ext cx="762000" cy="0"/>
          </a:xfrm>
          <a:prstGeom prst="line">
            <a:avLst/>
          </a:prstGeom>
          <a:ln w="30480">
            <a:solidFill>
              <a:srgbClr val="00BC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/>
          <p:nvPr/>
        </p:nvCxnSpPr>
        <p:spPr>
          <a:xfrm flipH="1">
            <a:off x="5207000" y="3886200"/>
            <a:ext cx="7620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5359400" y="3962400"/>
            <a:ext cx="482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131D31">
              <a:alpha val="96000"/>
            </a:srgbClr>
          </a:solidFill>
          <a:ln w="17145"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1610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8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358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MEMOIRE/online_icons/googlecloud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2416" y="4241800"/>
            <a:ext cx="786384" cy="7863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Données regroupées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416552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online_icons/firebase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617720" y="4241800"/>
            <a:ext cx="786384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59552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Validation traçable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991856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134856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automatisé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41248" y="113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42416" y="1793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Espace dédié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639312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840480" y="1793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Email / SMS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37376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38544" y="1793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Mobile money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9235440" y="1592072"/>
            <a:ext cx="2651760" cy="1051560"/>
          </a:xfrm>
          <a:prstGeom prst="roundRect">
            <a:avLst/>
          </a:prstGeom>
          <a:solidFill>
            <a:srgbClr val="172033"/>
          </a:solidFill>
          <a:ln w="1460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0378440" y="1829816"/>
            <a:ext cx="145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378440" y="2195576"/>
            <a:ext cx="145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Enseignants</a:t>
            </a:r>
          </a:p>
        </p:txBody>
      </p:sp>
      <p:pic>
        <p:nvPicPr>
          <p:cNvPr id="43" name="Picture 42" descr="clock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3024" y="4241800"/>
            <a:ext cx="786384" cy="78638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36608" y="1793240"/>
            <a:ext cx="786384" cy="786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96D2D-056D-5860-58AC-2AEFB1EF66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91C37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EE2C089-44FE-ABDC-47F3-4F9822D666A5}"/>
              </a:ext>
            </a:extLst>
          </p:cNvPr>
          <p:cNvSpPr/>
          <p:nvPr/>
        </p:nvSpPr>
        <p:spPr>
          <a:xfrm>
            <a:off x="-1778000" y="-1270000"/>
            <a:ext cx="4191000" cy="4191000"/>
          </a:xfrm>
          <a:prstGeom prst="ellipse">
            <a:avLst/>
          </a:prstGeom>
          <a:solidFill>
            <a:srgbClr val="22C5B4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6361415-5FC3-359A-BEB5-7D95CF8256EB}"/>
              </a:ext>
            </a:extLst>
          </p:cNvPr>
          <p:cNvSpPr/>
          <p:nvPr/>
        </p:nvSpPr>
        <p:spPr>
          <a:xfrm>
            <a:off x="9334500" y="4572000"/>
            <a:ext cx="3937000" cy="39370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23EF58B-3106-0FB2-6A2E-B1478BF01922}"/>
              </a:ext>
            </a:extLst>
          </p:cNvPr>
          <p:cNvSpPr/>
          <p:nvPr/>
        </p:nvSpPr>
        <p:spPr>
          <a:xfrm>
            <a:off x="7493000" y="571500"/>
            <a:ext cx="1587500" cy="1587500"/>
          </a:xfrm>
          <a:prstGeom prst="ellipse">
            <a:avLst/>
          </a:prstGeom>
          <a:solidFill>
            <a:srgbClr val="22C5B4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FF4CE88-2075-8740-B41D-B401A75ADEFB}"/>
              </a:ext>
            </a:extLst>
          </p:cNvPr>
          <p:cNvSpPr/>
          <p:nvPr/>
        </p:nvSpPr>
        <p:spPr>
          <a:xfrm>
            <a:off x="914400" y="1600200"/>
            <a:ext cx="6604000" cy="3175000"/>
          </a:xfrm>
          <a:prstGeom prst="roundRect">
            <a:avLst/>
          </a:prstGeom>
          <a:solidFill>
            <a:srgbClr val="F4FCFC">
              <a:alpha val="93000"/>
            </a:srgbClr>
          </a:solidFill>
          <a:ln w="15875" cap="flat" cmpd="sng" algn="ctr">
            <a:solidFill>
              <a:srgbClr val="9DE8DE">
                <a:alpha val="4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F6AE460-95E1-4F7E-7D3C-C95B1A258A60}"/>
              </a:ext>
            </a:extLst>
          </p:cNvPr>
          <p:cNvSpPr/>
          <p:nvPr/>
        </p:nvSpPr>
        <p:spPr>
          <a:xfrm>
            <a:off x="1206500" y="1943100"/>
            <a:ext cx="88900" cy="2159000"/>
          </a:xfrm>
          <a:prstGeom prst="roundRect">
            <a:avLst/>
          </a:prstGeom>
          <a:solidFill>
            <a:srgbClr val="14B8A6">
              <a:alpha val="9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ABE66D9-AB53-9743-A479-900D06B65C80}"/>
              </a:ext>
            </a:extLst>
          </p:cNvPr>
          <p:cNvSpPr/>
          <p:nvPr/>
        </p:nvSpPr>
        <p:spPr>
          <a:xfrm>
            <a:off x="1587500" y="4305300"/>
            <a:ext cx="2095500" cy="76200"/>
          </a:xfrm>
          <a:prstGeom prst="roundRect">
            <a:avLst/>
          </a:prstGeom>
          <a:solidFill>
            <a:srgbClr val="0D9488">
              <a:alpha val="9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49BA19C-56A9-30AB-13FF-5F130901DBB0}"/>
              </a:ext>
            </a:extLst>
          </p:cNvPr>
          <p:cNvSpPr/>
          <p:nvPr/>
        </p:nvSpPr>
        <p:spPr>
          <a:xfrm>
            <a:off x="3886200" y="4254500"/>
            <a:ext cx="165100" cy="165100"/>
          </a:xfrm>
          <a:prstGeom prst="ellipse">
            <a:avLst/>
          </a:prstGeom>
          <a:solidFill>
            <a:srgbClr val="0A3052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E8879E9-E9F0-8626-F3E7-EAE0E64097F0}"/>
              </a:ext>
            </a:extLst>
          </p:cNvPr>
          <p:cNvSpPr/>
          <p:nvPr/>
        </p:nvSpPr>
        <p:spPr>
          <a:xfrm>
            <a:off x="4178300" y="4254500"/>
            <a:ext cx="165100" cy="16510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B17E2447-B54B-7D24-2BF9-799774E6E594}"/>
              </a:ext>
            </a:extLst>
          </p:cNvPr>
          <p:cNvSpPr/>
          <p:nvPr/>
        </p:nvSpPr>
        <p:spPr>
          <a:xfrm>
            <a:off x="6883400" y="1320800"/>
            <a:ext cx="4127500" cy="3632200"/>
          </a:xfrm>
          <a:prstGeom prst="roundRect">
            <a:avLst/>
          </a:prstGeom>
          <a:solidFill>
            <a:srgbClr val="F2FAFC">
              <a:alpha val="96000"/>
            </a:srgbClr>
          </a:solidFill>
          <a:ln w="15875" cap="flat" cmpd="sng" algn="ctr">
            <a:solidFill>
              <a:srgbClr val="9DE8D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881685EC-4868-58C2-CCA7-A02AE598052A}"/>
              </a:ext>
            </a:extLst>
          </p:cNvPr>
          <p:cNvSpPr/>
          <p:nvPr/>
        </p:nvSpPr>
        <p:spPr>
          <a:xfrm>
            <a:off x="7264400" y="1739900"/>
            <a:ext cx="3238500" cy="1905000"/>
          </a:xfrm>
          <a:prstGeom prst="roundRect">
            <a:avLst/>
          </a:prstGeom>
          <a:solidFill>
            <a:srgbClr val="FAFDFF"/>
          </a:solidFill>
          <a:ln w="21590">
            <a:solidFill>
              <a:srgbClr val="1E5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1225F6E-6A63-2D40-1C04-551BC9862AE1}"/>
              </a:ext>
            </a:extLst>
          </p:cNvPr>
          <p:cNvSpPr/>
          <p:nvPr/>
        </p:nvSpPr>
        <p:spPr>
          <a:xfrm>
            <a:off x="7264400" y="1739900"/>
            <a:ext cx="3238500" cy="3175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BB11F6EA-8D63-3137-C070-E3F74B2932D1}"/>
              </a:ext>
            </a:extLst>
          </p:cNvPr>
          <p:cNvSpPr/>
          <p:nvPr/>
        </p:nvSpPr>
        <p:spPr>
          <a:xfrm>
            <a:off x="7467600" y="1854200"/>
            <a:ext cx="88900" cy="88900"/>
          </a:xfrm>
          <a:prstGeom prst="ellipse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87555255-E04F-2228-8C76-976E4C7FC288}"/>
              </a:ext>
            </a:extLst>
          </p:cNvPr>
          <p:cNvSpPr/>
          <p:nvPr/>
        </p:nvSpPr>
        <p:spPr>
          <a:xfrm>
            <a:off x="7645400" y="1854200"/>
            <a:ext cx="88900" cy="88900"/>
          </a:xfrm>
          <a:prstGeom prst="ellipse">
            <a:avLst/>
          </a:prstGeom>
          <a:solidFill>
            <a:srgbClr val="E6F5F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83166995-34D1-A68A-749B-8158C7526F81}"/>
              </a:ext>
            </a:extLst>
          </p:cNvPr>
          <p:cNvSpPr/>
          <p:nvPr/>
        </p:nvSpPr>
        <p:spPr>
          <a:xfrm>
            <a:off x="7823200" y="1854200"/>
            <a:ext cx="88900" cy="88900"/>
          </a:xfrm>
          <a:prstGeom prst="ellipse">
            <a:avLst/>
          </a:prstGeom>
          <a:solidFill>
            <a:srgbClr val="AFCFD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B5666486-60E2-357C-E42B-425E8DEEC6DF}"/>
              </a:ext>
            </a:extLst>
          </p:cNvPr>
          <p:cNvSpPr/>
          <p:nvPr/>
        </p:nvSpPr>
        <p:spPr>
          <a:xfrm>
            <a:off x="7493000" y="2298700"/>
            <a:ext cx="812800" cy="596900"/>
          </a:xfrm>
          <a:prstGeom prst="roundRect">
            <a:avLst/>
          </a:prstGeom>
          <a:solidFill>
            <a:srgbClr val="DBF9F5"/>
          </a:solidFill>
          <a:ln w="12700" cap="flat" cmpd="sng" algn="ctr">
            <a:solidFill>
              <a:srgbClr val="9BDCD5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E4009A1A-851A-11BA-AFA1-03AEF574C5A2}"/>
              </a:ext>
            </a:extLst>
          </p:cNvPr>
          <p:cNvSpPr/>
          <p:nvPr/>
        </p:nvSpPr>
        <p:spPr>
          <a:xfrm>
            <a:off x="8432800" y="2298700"/>
            <a:ext cx="812800" cy="596900"/>
          </a:xfrm>
          <a:prstGeom prst="roundRect">
            <a:avLst/>
          </a:prstGeom>
          <a:solidFill>
            <a:srgbClr val="E7EEFF"/>
          </a:solidFill>
          <a:ln w="12700" cap="flat" cmpd="sng" algn="ctr">
            <a:solidFill>
              <a:srgbClr val="AABEE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9EE3C8D9-8409-F82C-2A27-498EBE2930DE}"/>
              </a:ext>
            </a:extLst>
          </p:cNvPr>
          <p:cNvSpPr/>
          <p:nvPr/>
        </p:nvSpPr>
        <p:spPr>
          <a:xfrm>
            <a:off x="9372600" y="2298700"/>
            <a:ext cx="812800" cy="596900"/>
          </a:xfrm>
          <a:prstGeom prst="roundRect">
            <a:avLst/>
          </a:prstGeom>
          <a:solidFill>
            <a:srgbClr val="E8F4FA"/>
          </a:solidFill>
          <a:ln w="12700" cap="flat" cmpd="sng" algn="ctr">
            <a:solidFill>
              <a:srgbClr val="A8C6D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A8974C37-E9AD-46B7-0639-BD2D92A49B61}"/>
              </a:ext>
            </a:extLst>
          </p:cNvPr>
          <p:cNvSpPr/>
          <p:nvPr/>
        </p:nvSpPr>
        <p:spPr>
          <a:xfrm>
            <a:off x="7518400" y="3111500"/>
            <a:ext cx="2260600" cy="50800"/>
          </a:xfrm>
          <a:prstGeom prst="roundRect">
            <a:avLst/>
          </a:prstGeom>
          <a:solidFill>
            <a:srgbClr val="0D9488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AA28F8A6-9852-1FC7-7088-CEC28E332908}"/>
              </a:ext>
            </a:extLst>
          </p:cNvPr>
          <p:cNvSpPr/>
          <p:nvPr/>
        </p:nvSpPr>
        <p:spPr>
          <a:xfrm>
            <a:off x="7518400" y="3213100"/>
            <a:ext cx="2032000" cy="50800"/>
          </a:xfrm>
          <a:prstGeom prst="roundRect">
            <a:avLst/>
          </a:prstGeom>
          <a:solidFill>
            <a:srgbClr val="0D9488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 : coins arrondis 85">
            <a:extLst>
              <a:ext uri="{FF2B5EF4-FFF2-40B4-BE49-F238E27FC236}">
                <a16:creationId xmlns:a16="http://schemas.microsoft.com/office/drawing/2014/main" id="{756B1776-79EB-17F9-596A-1C0FFA8C3753}"/>
              </a:ext>
            </a:extLst>
          </p:cNvPr>
          <p:cNvSpPr/>
          <p:nvPr/>
        </p:nvSpPr>
        <p:spPr>
          <a:xfrm>
            <a:off x="7518400" y="3314700"/>
            <a:ext cx="1803400" cy="50800"/>
          </a:xfrm>
          <a:prstGeom prst="roundRect">
            <a:avLst/>
          </a:prstGeom>
          <a:solidFill>
            <a:srgbClr val="0D9488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 : coins arrondis 86">
            <a:extLst>
              <a:ext uri="{FF2B5EF4-FFF2-40B4-BE49-F238E27FC236}">
                <a16:creationId xmlns:a16="http://schemas.microsoft.com/office/drawing/2014/main" id="{98502C19-4FA3-A5ED-7A77-8E127CE11E6B}"/>
              </a:ext>
            </a:extLst>
          </p:cNvPr>
          <p:cNvSpPr/>
          <p:nvPr/>
        </p:nvSpPr>
        <p:spPr>
          <a:xfrm>
            <a:off x="7518400" y="3416300"/>
            <a:ext cx="1574800" cy="50800"/>
          </a:xfrm>
          <a:prstGeom prst="roundRect">
            <a:avLst/>
          </a:prstGeom>
          <a:solidFill>
            <a:srgbClr val="0D9488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13328F-EAD8-07B8-99FA-8596C6594469}"/>
              </a:ext>
            </a:extLst>
          </p:cNvPr>
          <p:cNvSpPr/>
          <p:nvPr/>
        </p:nvSpPr>
        <p:spPr>
          <a:xfrm>
            <a:off x="8636000" y="3657600"/>
            <a:ext cx="482600" cy="355600"/>
          </a:xfrm>
          <a:prstGeom prst="rect">
            <a:avLst/>
          </a:prstGeom>
          <a:solidFill>
            <a:srgbClr val="678FA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36AB37AF-EF16-113D-14A9-A890CF3DE648}"/>
              </a:ext>
            </a:extLst>
          </p:cNvPr>
          <p:cNvSpPr/>
          <p:nvPr/>
        </p:nvSpPr>
        <p:spPr>
          <a:xfrm>
            <a:off x="8077200" y="3987800"/>
            <a:ext cx="1600200" cy="127000"/>
          </a:xfrm>
          <a:prstGeom prst="roundRect">
            <a:avLst/>
          </a:prstGeom>
          <a:solidFill>
            <a:srgbClr val="678FA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9CE3BE60-855D-50DA-7209-CCCD6DCD9F78}"/>
              </a:ext>
            </a:extLst>
          </p:cNvPr>
          <p:cNvSpPr/>
          <p:nvPr/>
        </p:nvSpPr>
        <p:spPr>
          <a:xfrm>
            <a:off x="9855200" y="3009900"/>
            <a:ext cx="1041400" cy="1727200"/>
          </a:xfrm>
          <a:prstGeom prst="roundRect">
            <a:avLst/>
          </a:prstGeom>
          <a:solidFill>
            <a:srgbClr val="07233A"/>
          </a:solidFill>
          <a:ln w="22860">
            <a:solidFill>
              <a:srgbClr val="082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08F18F04-27A0-40B2-A82F-64A998B1A09A}"/>
              </a:ext>
            </a:extLst>
          </p:cNvPr>
          <p:cNvSpPr/>
          <p:nvPr/>
        </p:nvSpPr>
        <p:spPr>
          <a:xfrm>
            <a:off x="9956800" y="3175000"/>
            <a:ext cx="838200" cy="1371600"/>
          </a:xfrm>
          <a:prstGeom prst="roundRect">
            <a:avLst/>
          </a:prstGeom>
          <a:solidFill>
            <a:srgbClr val="F0FDFA"/>
          </a:solidFill>
          <a:ln w="12700" cap="flat" cmpd="sng" algn="ctr">
            <a:solidFill>
              <a:srgbClr val="B4DCE1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4324DA1-D338-CB23-D800-4104C663F146}"/>
              </a:ext>
            </a:extLst>
          </p:cNvPr>
          <p:cNvSpPr/>
          <p:nvPr/>
        </p:nvSpPr>
        <p:spPr>
          <a:xfrm>
            <a:off x="10121900" y="33782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3DDAC03-F085-E870-E4C5-FDDDADCD825E}"/>
              </a:ext>
            </a:extLst>
          </p:cNvPr>
          <p:cNvSpPr/>
          <p:nvPr/>
        </p:nvSpPr>
        <p:spPr>
          <a:xfrm>
            <a:off x="10210800" y="33782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80BC2C8-1363-3665-AEA1-FC665DEF74AE}"/>
              </a:ext>
            </a:extLst>
          </p:cNvPr>
          <p:cNvSpPr/>
          <p:nvPr/>
        </p:nvSpPr>
        <p:spPr>
          <a:xfrm>
            <a:off x="10299700" y="33782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A41F64E-961C-ADB5-B7D3-03B5ABE8AC95}"/>
              </a:ext>
            </a:extLst>
          </p:cNvPr>
          <p:cNvSpPr/>
          <p:nvPr/>
        </p:nvSpPr>
        <p:spPr>
          <a:xfrm>
            <a:off x="10477500" y="33782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ACC388A-2370-E684-4F2A-EB5D7A7C8909}"/>
              </a:ext>
            </a:extLst>
          </p:cNvPr>
          <p:cNvSpPr/>
          <p:nvPr/>
        </p:nvSpPr>
        <p:spPr>
          <a:xfrm>
            <a:off x="10655300" y="33782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E3D291B-0D8B-2C65-79F1-9ED14154DFA2}"/>
              </a:ext>
            </a:extLst>
          </p:cNvPr>
          <p:cNvSpPr/>
          <p:nvPr/>
        </p:nvSpPr>
        <p:spPr>
          <a:xfrm>
            <a:off x="10121900" y="34671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7452713-25DC-4624-CFEB-3F8674BC2AAD}"/>
              </a:ext>
            </a:extLst>
          </p:cNvPr>
          <p:cNvSpPr/>
          <p:nvPr/>
        </p:nvSpPr>
        <p:spPr>
          <a:xfrm>
            <a:off x="10299700" y="34671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70FF76-E22A-0949-F6A7-1E1803C9935B}"/>
              </a:ext>
            </a:extLst>
          </p:cNvPr>
          <p:cNvSpPr/>
          <p:nvPr/>
        </p:nvSpPr>
        <p:spPr>
          <a:xfrm>
            <a:off x="10566400" y="34671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6103B3B-D260-19FA-C0D9-C388E47B7C2E}"/>
              </a:ext>
            </a:extLst>
          </p:cNvPr>
          <p:cNvSpPr/>
          <p:nvPr/>
        </p:nvSpPr>
        <p:spPr>
          <a:xfrm>
            <a:off x="10121900" y="35560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D109222-F49B-DC9E-DBB0-3610455A032D}"/>
              </a:ext>
            </a:extLst>
          </p:cNvPr>
          <p:cNvSpPr/>
          <p:nvPr/>
        </p:nvSpPr>
        <p:spPr>
          <a:xfrm>
            <a:off x="10210800" y="35560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D48AE54-FA6C-9351-7BA2-652EDEF80E0B}"/>
              </a:ext>
            </a:extLst>
          </p:cNvPr>
          <p:cNvSpPr/>
          <p:nvPr/>
        </p:nvSpPr>
        <p:spPr>
          <a:xfrm>
            <a:off x="10299700" y="35560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F4B2680-FF6F-8837-2A1C-6C7AA49D2579}"/>
              </a:ext>
            </a:extLst>
          </p:cNvPr>
          <p:cNvSpPr/>
          <p:nvPr/>
        </p:nvSpPr>
        <p:spPr>
          <a:xfrm>
            <a:off x="10477500" y="35560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583363C-0E5D-DA20-87E7-374A73F1C053}"/>
              </a:ext>
            </a:extLst>
          </p:cNvPr>
          <p:cNvSpPr/>
          <p:nvPr/>
        </p:nvSpPr>
        <p:spPr>
          <a:xfrm>
            <a:off x="10566400" y="35560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8843454-C67E-ABC1-6362-4842EBEE9FDC}"/>
              </a:ext>
            </a:extLst>
          </p:cNvPr>
          <p:cNvSpPr/>
          <p:nvPr/>
        </p:nvSpPr>
        <p:spPr>
          <a:xfrm>
            <a:off x="10655300" y="35560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8B645B8-6EF3-8246-306F-375F3CAA358A}"/>
              </a:ext>
            </a:extLst>
          </p:cNvPr>
          <p:cNvSpPr/>
          <p:nvPr/>
        </p:nvSpPr>
        <p:spPr>
          <a:xfrm>
            <a:off x="10388600" y="36449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D58851D-EA27-6962-73C9-9D01714E5E9F}"/>
              </a:ext>
            </a:extLst>
          </p:cNvPr>
          <p:cNvSpPr/>
          <p:nvPr/>
        </p:nvSpPr>
        <p:spPr>
          <a:xfrm>
            <a:off x="10121900" y="37338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DE10AD1-3F01-4E16-0871-42C3F457F194}"/>
              </a:ext>
            </a:extLst>
          </p:cNvPr>
          <p:cNvSpPr/>
          <p:nvPr/>
        </p:nvSpPr>
        <p:spPr>
          <a:xfrm>
            <a:off x="10299700" y="37338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0504EA-C1FD-5C4F-49EA-A2A613DB3921}"/>
              </a:ext>
            </a:extLst>
          </p:cNvPr>
          <p:cNvSpPr/>
          <p:nvPr/>
        </p:nvSpPr>
        <p:spPr>
          <a:xfrm>
            <a:off x="10388600" y="37338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192888-57E4-ACEA-46C7-FFB07BCEADEA}"/>
              </a:ext>
            </a:extLst>
          </p:cNvPr>
          <p:cNvSpPr/>
          <p:nvPr/>
        </p:nvSpPr>
        <p:spPr>
          <a:xfrm>
            <a:off x="10477500" y="37338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A714929-A232-354E-25E7-23986E2CAD53}"/>
              </a:ext>
            </a:extLst>
          </p:cNvPr>
          <p:cNvSpPr/>
          <p:nvPr/>
        </p:nvSpPr>
        <p:spPr>
          <a:xfrm>
            <a:off x="10655300" y="37338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C2EB483-4381-5F63-162F-025C53FCB59E}"/>
              </a:ext>
            </a:extLst>
          </p:cNvPr>
          <p:cNvSpPr/>
          <p:nvPr/>
        </p:nvSpPr>
        <p:spPr>
          <a:xfrm>
            <a:off x="10210800" y="38227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70DD90C-C8DD-A3F6-51E3-3EA70C419CAA}"/>
              </a:ext>
            </a:extLst>
          </p:cNvPr>
          <p:cNvSpPr/>
          <p:nvPr/>
        </p:nvSpPr>
        <p:spPr>
          <a:xfrm>
            <a:off x="10477500" y="38227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9ACDA90-2449-4C87-852C-CC35C3AB0FC8}"/>
              </a:ext>
            </a:extLst>
          </p:cNvPr>
          <p:cNvSpPr/>
          <p:nvPr/>
        </p:nvSpPr>
        <p:spPr>
          <a:xfrm>
            <a:off x="10566400" y="38227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EF96766-5CC6-FAF2-B7FB-231F4DAC4922}"/>
              </a:ext>
            </a:extLst>
          </p:cNvPr>
          <p:cNvSpPr/>
          <p:nvPr/>
        </p:nvSpPr>
        <p:spPr>
          <a:xfrm>
            <a:off x="10121900" y="39116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D1666FE-12B2-0A26-C243-F2863323371F}"/>
              </a:ext>
            </a:extLst>
          </p:cNvPr>
          <p:cNvSpPr/>
          <p:nvPr/>
        </p:nvSpPr>
        <p:spPr>
          <a:xfrm>
            <a:off x="10299700" y="39116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8BBECE3-AED9-AAF4-8306-5DFFE95B1961}"/>
              </a:ext>
            </a:extLst>
          </p:cNvPr>
          <p:cNvSpPr/>
          <p:nvPr/>
        </p:nvSpPr>
        <p:spPr>
          <a:xfrm>
            <a:off x="10388600" y="39116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55B1C68-20D7-3742-92ED-2ACF970AC67C}"/>
              </a:ext>
            </a:extLst>
          </p:cNvPr>
          <p:cNvSpPr/>
          <p:nvPr/>
        </p:nvSpPr>
        <p:spPr>
          <a:xfrm>
            <a:off x="10566400" y="39116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9DF7BCF-41CB-2695-34D2-4AD4DDB797FD}"/>
              </a:ext>
            </a:extLst>
          </p:cNvPr>
          <p:cNvSpPr/>
          <p:nvPr/>
        </p:nvSpPr>
        <p:spPr>
          <a:xfrm>
            <a:off x="10655300" y="3911600"/>
            <a:ext cx="76200" cy="76200"/>
          </a:xfrm>
          <a:prstGeom prst="rect">
            <a:avLst/>
          </a:prstGeom>
          <a:solidFill>
            <a:srgbClr val="0A305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13CF84AE-A1F6-0407-D2B0-0C645DCE736C}"/>
              </a:ext>
            </a:extLst>
          </p:cNvPr>
          <p:cNvSpPr/>
          <p:nvPr/>
        </p:nvSpPr>
        <p:spPr>
          <a:xfrm>
            <a:off x="10121900" y="4140200"/>
            <a:ext cx="533400" cy="63500"/>
          </a:xfrm>
          <a:prstGeom prst="round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5DBE1C27-DB13-912C-BE88-7C46987BA2F6}"/>
              </a:ext>
            </a:extLst>
          </p:cNvPr>
          <p:cNvSpPr/>
          <p:nvPr/>
        </p:nvSpPr>
        <p:spPr>
          <a:xfrm>
            <a:off x="10172700" y="4305300"/>
            <a:ext cx="431800" cy="50800"/>
          </a:xfrm>
          <a:prstGeom prst="roundRect">
            <a:avLst/>
          </a:prstGeom>
          <a:solidFill>
            <a:srgbClr val="0A3052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9A1FFBE6-F983-D635-F225-D3BD21537AE0}"/>
              </a:ext>
            </a:extLst>
          </p:cNvPr>
          <p:cNvSpPr/>
          <p:nvPr/>
        </p:nvSpPr>
        <p:spPr>
          <a:xfrm>
            <a:off x="7569200" y="41910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3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82BB2FEB-4F44-0C08-D182-A306AE8D6E4A}"/>
              </a:ext>
            </a:extLst>
          </p:cNvPr>
          <p:cNvSpPr/>
          <p:nvPr/>
        </p:nvSpPr>
        <p:spPr>
          <a:xfrm>
            <a:off x="7353300" y="4597400"/>
            <a:ext cx="812800" cy="406400"/>
          </a:xfrm>
          <a:prstGeom prst="roundRect">
            <a:avLst/>
          </a:prstGeom>
          <a:solidFill>
            <a:srgbClr val="0D9488">
              <a:alpha val="9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4" name="Triangle isocèle 123">
            <a:extLst>
              <a:ext uri="{FF2B5EF4-FFF2-40B4-BE49-F238E27FC236}">
                <a16:creationId xmlns:a16="http://schemas.microsoft.com/office/drawing/2014/main" id="{16C5018A-3CC6-B7C8-4D17-9237DC2BEE3A}"/>
              </a:ext>
            </a:extLst>
          </p:cNvPr>
          <p:cNvSpPr/>
          <p:nvPr/>
        </p:nvSpPr>
        <p:spPr>
          <a:xfrm rot="10800000">
            <a:off x="7340600" y="4038600"/>
            <a:ext cx="838200" cy="431800"/>
          </a:xfrm>
          <a:prstGeom prst="triangle">
            <a:avLst/>
          </a:prstGeom>
          <a:solidFill>
            <a:srgbClr val="0A3052">
              <a:alpha val="98000"/>
            </a:srgbClr>
          </a:solidFill>
          <a:ln w="12700">
            <a:solidFill>
              <a:srgbClr val="0A3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Arc 124">
            <a:extLst>
              <a:ext uri="{FF2B5EF4-FFF2-40B4-BE49-F238E27FC236}">
                <a16:creationId xmlns:a16="http://schemas.microsoft.com/office/drawing/2014/main" id="{E7B2A0BB-D660-7F8E-C226-457D5977E1EC}"/>
              </a:ext>
            </a:extLst>
          </p:cNvPr>
          <p:cNvSpPr/>
          <p:nvPr/>
        </p:nvSpPr>
        <p:spPr>
          <a:xfrm>
            <a:off x="5524500" y="1549400"/>
            <a:ext cx="3048000" cy="2413000"/>
          </a:xfrm>
          <a:prstGeom prst="arc">
            <a:avLst/>
          </a:prstGeom>
          <a:ln w="27940" cap="flat" cmpd="sng" algn="ctr">
            <a:solidFill>
              <a:srgbClr val="0D9488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6" name="Arc 125">
            <a:extLst>
              <a:ext uri="{FF2B5EF4-FFF2-40B4-BE49-F238E27FC236}">
                <a16:creationId xmlns:a16="http://schemas.microsoft.com/office/drawing/2014/main" id="{B9E359C1-D7A3-B146-F5CC-420E6E26DCAC}"/>
              </a:ext>
            </a:extLst>
          </p:cNvPr>
          <p:cNvSpPr/>
          <p:nvPr/>
        </p:nvSpPr>
        <p:spPr>
          <a:xfrm>
            <a:off x="7861300" y="4203700"/>
            <a:ext cx="3048000" cy="2032000"/>
          </a:xfrm>
          <a:prstGeom prst="arc">
            <a:avLst/>
          </a:prstGeom>
          <a:ln w="25400" cap="flat" cmpd="sng" algn="ctr">
            <a:solidFill>
              <a:srgbClr val="0A3052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FA37E1-FFDC-C8E8-AD63-0182D5A267D0}"/>
              </a:ext>
            </a:extLst>
          </p:cNvPr>
          <p:cNvSpPr txBox="1"/>
          <p:nvPr/>
        </p:nvSpPr>
        <p:spPr>
          <a:xfrm>
            <a:off x="1549400" y="1905000"/>
            <a:ext cx="5461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4000" b="1">
                <a:solidFill>
                  <a:srgbClr val="0A3052"/>
                </a:solidFill>
                <a:latin typeface="Aptos Display" panose="020B0004020202020204" pitchFamily="34" charset="0"/>
              </a:rPr>
              <a:t>Merci pour votre attention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24A7F60-3553-5BC2-6F55-B614070E0412}"/>
              </a:ext>
            </a:extLst>
          </p:cNvPr>
          <p:cNvSpPr txBox="1"/>
          <p:nvPr/>
        </p:nvSpPr>
        <p:spPr>
          <a:xfrm>
            <a:off x="1574800" y="3530600"/>
            <a:ext cx="4191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100" b="1">
                <a:solidFill>
                  <a:srgbClr val="0D9488"/>
                </a:solidFill>
                <a:latin typeface="Aptos" panose="020B0004020202020204" pitchFamily="34" charset="0"/>
              </a:rPr>
              <a:t>Questions 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1" grpId="0" animBg="1"/>
      <p:bldP spid="12" grpId="0" animBg="1"/>
      <p:bldP spid="13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6" grpId="0" animBg="1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363</Words>
  <Application>Microsoft Office PowerPoint</Application>
  <PresentationFormat>Grand écran</PresentationFormat>
  <Paragraphs>138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MOUSSA B KEÏTA</cp:lastModifiedBy>
  <cp:revision>15</cp:revision>
  <dcterms:created xsi:type="dcterms:W3CDTF">2026-07-12T14:22:44Z</dcterms:created>
  <dcterms:modified xsi:type="dcterms:W3CDTF">2026-08-13T03:36:56Z</dcterms:modified>
</cp:coreProperties>
</file>