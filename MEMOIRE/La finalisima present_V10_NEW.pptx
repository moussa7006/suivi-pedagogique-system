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3EFAB-595D-413A-BCE6-1C0868C96490}" v="12" dt="2026-08-11T20:27:31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rama Aya" userId="bc3cf622bba950c8" providerId="LiveId" clId="{80D05DEE-435E-45B8-940D-BDCD6398AD36}"/>
    <pc:docChg chg="modSld">
      <pc:chgData name="Bourama Aya" userId="bc3cf622bba950c8" providerId="LiveId" clId="{80D05DEE-435E-45B8-940D-BDCD6398AD36}" dt="2026-08-11T20:28:49.572" v="53"/>
      <pc:docMkLst>
        <pc:docMk/>
      </pc:docMkLst>
      <pc:sldChg chg="addSp delSp modSp mod">
        <pc:chgData name="Bourama Aya" userId="bc3cf622bba950c8" providerId="LiveId" clId="{80D05DEE-435E-45B8-940D-BDCD6398AD36}" dt="2026-08-11T20:28:49.572" v="53"/>
        <pc:sldMkLst>
          <pc:docMk/>
          <pc:sldMk cId="0" sldId="256"/>
        </pc:sldMkLst>
        <pc:spChg chg="mod">
          <ac:chgData name="Bourama Aya" userId="bc3cf622bba950c8" providerId="LiveId" clId="{80D05DEE-435E-45B8-940D-BDCD6398AD36}" dt="2026-08-11T20:25:47.160" v="29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Bourama Aya" userId="bc3cf622bba950c8" providerId="LiveId" clId="{80D05DEE-435E-45B8-940D-BDCD6398AD36}" dt="2026-08-11T20:28:49.572" v="53"/>
          <ac:spMkLst>
            <pc:docMk/>
            <pc:sldMk cId="0" sldId="256"/>
            <ac:spMk id="5" creationId="{12430DC6-C0F6-25FD-44AA-2111B3EFCDB1}"/>
          </ac:spMkLst>
        </pc:spChg>
        <pc:spChg chg="mod">
          <ac:chgData name="Bourama Aya" userId="bc3cf622bba950c8" providerId="LiveId" clId="{80D05DEE-435E-45B8-940D-BDCD6398AD36}" dt="2026-08-11T20:25:20.977" v="2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7:42.789" v="50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6:56.661" v="42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7:48.571" v="51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7:02.160" v="43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Bourama Aya" userId="bc3cf622bba950c8" providerId="LiveId" clId="{80D05DEE-435E-45B8-940D-BDCD6398AD36}" dt="2026-08-11T18:31:18.123" v="12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11T20:26:48.134" v="39" actId="1076"/>
          <ac:spMkLst>
            <pc:docMk/>
            <pc:sldMk cId="0" sldId="256"/>
            <ac:spMk id="32" creationId="{00000000-0000-0000-0000-000000000000}"/>
          </ac:spMkLst>
        </pc:spChg>
        <pc:picChg chg="mod">
          <ac:chgData name="Bourama Aya" userId="bc3cf622bba950c8" providerId="LiveId" clId="{80D05DEE-435E-45B8-940D-BDCD6398AD36}" dt="2026-08-11T20:26:45.198" v="38" actId="1076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Bourama Aya" userId="bc3cf622bba950c8" providerId="LiveId" clId="{80D05DEE-435E-45B8-940D-BDCD6398AD36}" dt="2026-08-11T20:26:51.119" v="40" actId="1076"/>
          <ac:picMkLst>
            <pc:docMk/>
            <pc:sldMk cId="0" sldId="256"/>
            <ac:picMk id="4" creationId="{00000000-0000-0000-0000-000000000000}"/>
          </ac:picMkLst>
        </pc:picChg>
        <pc:picChg chg="mod">
          <ac:chgData name="Bourama Aya" userId="bc3cf622bba950c8" providerId="LiveId" clId="{80D05DEE-435E-45B8-940D-BDCD6398AD36}" dt="2026-08-11T20:25:15.178" v="27" actId="1076"/>
          <ac:picMkLst>
            <pc:docMk/>
            <pc:sldMk cId="0" sldId="256"/>
            <ac:picMk id="11" creationId="{00000000-0000-0000-0000-000000000000}"/>
          </ac:picMkLst>
        </pc:picChg>
      </pc:sldChg>
      <pc:sldChg chg="modTransition">
        <pc:chgData name="Bourama Aya" userId="bc3cf622bba950c8" providerId="LiveId" clId="{80D05DEE-435E-45B8-940D-BDCD6398AD36}" dt="2026-08-05T22:27:19.439" v="3"/>
        <pc:sldMkLst>
          <pc:docMk/>
          <pc:sldMk cId="0" sldId="257"/>
        </pc:sldMkLst>
      </pc:sldChg>
      <pc:sldChg chg="modTransition">
        <pc:chgData name="Bourama Aya" userId="bc3cf622bba950c8" providerId="LiveId" clId="{80D05DEE-435E-45B8-940D-BDCD6398AD36}" dt="2026-08-05T22:27:24.957" v="4"/>
        <pc:sldMkLst>
          <pc:docMk/>
          <pc:sldMk cId="0" sldId="258"/>
        </pc:sldMkLst>
      </pc:sldChg>
      <pc:sldChg chg="modTransition">
        <pc:chgData name="Bourama Aya" userId="bc3cf622bba950c8" providerId="LiveId" clId="{80D05DEE-435E-45B8-940D-BDCD6398AD36}" dt="2026-08-05T22:27:28.822" v="5"/>
        <pc:sldMkLst>
          <pc:docMk/>
          <pc:sldMk cId="0" sldId="259"/>
        </pc:sldMkLst>
      </pc:sldChg>
      <pc:sldChg chg="modTransition">
        <pc:chgData name="Bourama Aya" userId="bc3cf622bba950c8" providerId="LiveId" clId="{80D05DEE-435E-45B8-940D-BDCD6398AD36}" dt="2026-08-05T22:27:32.641" v="6"/>
        <pc:sldMkLst>
          <pc:docMk/>
          <pc:sldMk cId="0" sldId="260"/>
        </pc:sldMkLst>
      </pc:sldChg>
      <pc:sldChg chg="modTransition">
        <pc:chgData name="Bourama Aya" userId="bc3cf622bba950c8" providerId="LiveId" clId="{80D05DEE-435E-45B8-940D-BDCD6398AD36}" dt="2026-08-05T22:27:39.585" v="7"/>
        <pc:sldMkLst>
          <pc:docMk/>
          <pc:sldMk cId="0" sldId="261"/>
        </pc:sldMkLst>
      </pc:sldChg>
      <pc:sldChg chg="modTransition">
        <pc:chgData name="Bourama Aya" userId="bc3cf622bba950c8" providerId="LiveId" clId="{80D05DEE-435E-45B8-940D-BDCD6398AD36}" dt="2026-08-11T20:23:57.272" v="24"/>
        <pc:sldMkLst>
          <pc:docMk/>
          <pc:sldMk cId="0" sldId="263"/>
        </pc:sldMkLst>
      </pc:sldChg>
      <pc:sldChg chg="modTransition">
        <pc:chgData name="Bourama Aya" userId="bc3cf622bba950c8" providerId="LiveId" clId="{80D05DEE-435E-45B8-940D-BDCD6398AD36}" dt="2026-08-11T20:24:06.305" v="26"/>
        <pc:sldMkLst>
          <pc:docMk/>
          <pc:sldMk cId="0" sldId="264"/>
        </pc:sldMkLst>
      </pc:sldChg>
      <pc:sldChg chg="modTransition">
        <pc:chgData name="Bourama Aya" userId="bc3cf622bba950c8" providerId="LiveId" clId="{80D05DEE-435E-45B8-940D-BDCD6398AD36}" dt="2026-08-05T22:28:21.707" v="11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svg"/><Relationship Id="rId10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5.svg"/><Relationship Id="rId18" Type="http://schemas.openxmlformats.org/officeDocument/2006/relationships/image" Target="../media/image40.png"/><Relationship Id="rId3" Type="http://schemas.openxmlformats.org/officeDocument/2006/relationships/image" Target="../media/image1.png"/><Relationship Id="rId21" Type="http://schemas.openxmlformats.org/officeDocument/2006/relationships/image" Target="../media/image43.svg"/><Relationship Id="rId7" Type="http://schemas.openxmlformats.org/officeDocument/2006/relationships/image" Target="../media/image31.svg"/><Relationship Id="rId12" Type="http://schemas.openxmlformats.org/officeDocument/2006/relationships/image" Target="../media/image34.png"/><Relationship Id="rId17" Type="http://schemas.openxmlformats.org/officeDocument/2006/relationships/image" Target="../media/image3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6.svg"/><Relationship Id="rId5" Type="http://schemas.openxmlformats.org/officeDocument/2006/relationships/image" Target="../media/image29.svg"/><Relationship Id="rId15" Type="http://schemas.openxmlformats.org/officeDocument/2006/relationships/image" Target="../media/image37.svg"/><Relationship Id="rId10" Type="http://schemas.openxmlformats.org/officeDocument/2006/relationships/image" Target="../media/image15.png"/><Relationship Id="rId19" Type="http://schemas.openxmlformats.org/officeDocument/2006/relationships/image" Target="../media/image41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svg"/><Relationship Id="rId3" Type="http://schemas.openxmlformats.org/officeDocument/2006/relationships/image" Target="../media/image1.png"/><Relationship Id="rId7" Type="http://schemas.openxmlformats.org/officeDocument/2006/relationships/image" Target="../media/image41.sv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7.svg"/><Relationship Id="rId5" Type="http://schemas.openxmlformats.org/officeDocument/2006/relationships/image" Target="../media/image43.sv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svg"/><Relationship Id="rId1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1828800" y="-1828800"/>
            <a:ext cx="5486040" cy="5486040"/>
          </a:xfrm>
          <a:prstGeom prst="ellipse">
            <a:avLst/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144000" y="3657600"/>
            <a:ext cx="5486040" cy="5486040"/>
          </a:xfrm>
          <a:prstGeom prst="ellipse">
            <a:avLst/>
          </a:prstGeom>
          <a:solidFill>
            <a:srgbClr val="06B6D4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345120" y="1478292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6B6D4"/>
                </a:solidFill>
                <a:latin typeface="Calibri"/>
              </a:rPr>
              <a:t>PROJET DE FIN DE CYCLE</a:t>
            </a:r>
            <a:endParaRPr lang="fr-FR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281877" y="1798037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strike="noStrike" spc="-1" dirty="0" err="1">
                <a:solidFill>
                  <a:srgbClr val="FFFFFF"/>
                </a:solidFill>
                <a:latin typeface="Calibri"/>
              </a:rPr>
              <a:t>EduTrack</a:t>
            </a:r>
            <a:endParaRPr lang="fr-FR" sz="7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381960" y="3403080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0" y="540481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77817" y="5055262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 err="1">
                <a:solidFill>
                  <a:schemeClr val="bg1"/>
                </a:solidFill>
                <a:latin typeface="Calibri"/>
              </a:rPr>
              <a:t>Présenté</a:t>
            </a:r>
            <a:r>
              <a:rPr lang="en-US" b="0" strike="noStrike" spc="-1" dirty="0">
                <a:solidFill>
                  <a:schemeClr val="bg1"/>
                </a:solidFill>
                <a:latin typeface="Calibri"/>
              </a:rPr>
              <a:t> par</a:t>
            </a:r>
            <a:endParaRPr lang="fr-FR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40440" y="5688802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6757118" y="5446162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6757118" y="5030340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chemeClr val="bg1"/>
                </a:solidFill>
                <a:latin typeface="Calibri"/>
              </a:rPr>
              <a:t>Sous la direction de</a:t>
            </a:r>
            <a:endParaRPr lang="fr-FR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6501142" y="5664213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Shape 8"/>
          <p:cNvSpPr/>
          <p:nvPr/>
        </p:nvSpPr>
        <p:spPr>
          <a:xfrm>
            <a:off x="6320700" y="212973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2"/>
          <p:cNvPicPr/>
          <p:nvPr/>
        </p:nvPicPr>
        <p:blipFill>
          <a:blip r:embed="rId4"/>
          <a:stretch/>
        </p:blipFill>
        <p:spPr>
          <a:xfrm>
            <a:off x="6361552" y="289245"/>
            <a:ext cx="5587216" cy="3246151"/>
          </a:xfrm>
          <a:prstGeom prst="rect">
            <a:avLst/>
          </a:prstGeom>
          <a:ln w="0">
            <a:noFill/>
          </a:ln>
        </p:spPr>
      </p:pic>
      <p:sp>
        <p:nvSpPr>
          <p:cNvPr id="32" name="Shape 9"/>
          <p:cNvSpPr/>
          <p:nvPr/>
        </p:nvSpPr>
        <p:spPr>
          <a:xfrm>
            <a:off x="10075399" y="1843545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" name="Image 2" descr="MEMOIRE/Capture d'ecran application web et mobile/Screenshot_20260702_213134_mobile-ionic.jpg"/>
          <p:cNvPicPr/>
          <p:nvPr/>
        </p:nvPicPr>
        <p:blipFill>
          <a:blip r:embed="rId5"/>
          <a:stretch/>
        </p:blipFill>
        <p:spPr>
          <a:xfrm>
            <a:off x="10166839" y="1962131"/>
            <a:ext cx="1554120" cy="3474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Problématique &amp; objectifs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2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Suivi dispersé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Saisie manuelle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Peu de traçabilité</a:t>
            </a:r>
            <a:endParaRPr lang="en-US" sz="1250" dirty="0"/>
          </a:p>
        </p:txBody>
      </p:sp>
      <p:sp>
        <p:nvSpPr>
          <p:cNvPr id="26" name="TextBox 25"/>
          <p:cNvSpPr txBox="1"/>
          <p:nvPr/>
        </p:nvSpPr>
        <p:spPr>
          <a:xfrm>
            <a:off x="5500000" y="1325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2C55E"/>
                </a:solidFill>
              </a:rPr>
              <a:t>Objectifs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0000" y="1810512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1168" y="1856232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43000" y="2048256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Centraliser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3000" y="2375512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Tout au meme endroit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0000" y="2926080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1168" y="2971800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3000" y="3163824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Fiabiliser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3000" y="3491080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Donnees verifiees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0000" y="4041648"/>
            <a:ext cx="3474720" cy="914400"/>
          </a:xfrm>
          <a:prstGeom prst="rect">
            <a:avLst/>
          </a:prstGeom>
          <a:solidFill>
            <a:srgbClr val="172033"/>
          </a:solidFill>
          <a:ln w="1460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1168" y="4087368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43000" y="42793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Automatiser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3000" y="4606648"/>
            <a:ext cx="210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Calculs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0000" y="3000000"/>
            <a:ext cx="800000" cy="5000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33192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3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2272" y="1865376"/>
            <a:ext cx="3246120" cy="32552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</a:rPr>
              <a:t>Web + Mobile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Gestion, planning, suivi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Scan rapide sur mobile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Fiche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Séance et contenu réalisé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plus transparent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43024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4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Créer la séance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Identifiant unique</a:t>
            </a:r>
            <a:endParaRPr lang="en-US" sz="1220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Action mobile</a:t>
            </a:r>
            <a:endParaRPr lang="en-US" sz="1220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71232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Valider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26096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Trace fiable</a:t>
            </a:r>
            <a:endParaRPr lang="en-US" sz="1220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Honoraires</a:t>
            </a:r>
            <a:endParaRPr lang="en-US" sz="1220" dirty="0"/>
          </a:p>
        </p:txBody>
      </p:sp>
      <p:sp>
        <p:nvSpPr>
          <p:cNvPr id="46" name="Text 38"/>
          <p:cNvSpPr/>
          <p:nvPr/>
        </p:nvSpPr>
        <p:spPr>
          <a:xfrm>
            <a:off x="1920240" y="5532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</a:rPr>
              <a:t>Le public écoute le scénario pendant que la slide montre uniquement le flux.</a:t>
            </a:r>
            <a:endParaRPr lang="en-US" sz="1500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49" name="Picture 48" descr="qrcode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33192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Architecture technique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5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1143000"/>
            <a:ext cx="10808208" cy="5074920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1524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EMOIRE/generated_schemas/architecture_systeme_edutrack_simple_P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8952" y="1216152"/>
            <a:ext cx="10661904" cy="4928616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Technologies &amp; </a:t>
            </a:r>
            <a:r>
              <a:rPr lang="en-US" sz="2900" b="1" dirty="0" err="1">
                <a:solidFill>
                  <a:srgbClr val="FFFFFF"/>
                </a:solidFill>
              </a:rPr>
              <a:t>Outils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utilisée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6 / 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06B6D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8" descr="MEMOIRE/online_icons/firebase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348472" y="4160520"/>
            <a:ext cx="768096" cy="6583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UML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57400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</a:rPr>
              <a:t>DÉMONSTRATION</a:t>
            </a:r>
            <a:endParaRPr lang="en-US" sz="5800" dirty="0"/>
          </a:p>
        </p:txBody>
      </p:sp>
      <p:sp>
        <p:nvSpPr>
          <p:cNvPr id="8" name="Shape 5"/>
          <p:cNvSpPr/>
          <p:nvPr/>
        </p:nvSpPr>
        <p:spPr>
          <a:xfrm>
            <a:off x="4096512" y="3172968"/>
            <a:ext cx="3977640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3675888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B981"/>
                </a:solidFill>
              </a:rPr>
              <a:t>Connexion → Planning → QR Code → Fiche → Honoraires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7 / 9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Conclusion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8 / 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1627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MEMOIRE/online_icons/googlecloud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2416" y="1828800"/>
            <a:ext cx="786384" cy="7863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Suivi centralisé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84248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Données regroupées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416552" y="1627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online_icons/firebase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617720" y="1828800"/>
            <a:ext cx="786384" cy="7863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59552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fiable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559552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Validation traçable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991856" y="1627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134856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134856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automatisé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41248" y="3154680"/>
            <a:ext cx="10561320" cy="320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4124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</a:rPr>
              <a:t>Perspectives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1248" y="4005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MEMOIRE/online_icons/student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42416" y="4206240"/>
            <a:ext cx="786384" cy="7863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84248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Module étudiant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984248" y="4608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Espace dédié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639312" y="4005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MEMOIRE/online_icons/gmail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840480" y="4206240"/>
            <a:ext cx="786384" cy="7863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2312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4782312" y="4608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Email / SMS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37376" y="4005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MEMOIRE/online_icons/stripe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638544" y="4206240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0376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Paiement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7580376" y="4608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Mobile money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9235440" y="4005072"/>
            <a:ext cx="2651760" cy="1051560"/>
          </a:xfrm>
          <a:prstGeom prst="roundRect">
            <a:avLst/>
          </a:prstGeom>
          <a:solidFill>
            <a:srgbClr val="172033"/>
          </a:solidFill>
          <a:ln w="1460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31"/>
          <p:cNvSpPr txBox="1"/>
          <p:nvPr/>
        </p:nvSpPr>
        <p:spPr>
          <a:xfrm>
            <a:off x="10378440" y="4242816"/>
            <a:ext cx="145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Signature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378440" y="4608576"/>
            <a:ext cx="145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Enseignants</a:t>
            </a:r>
          </a:p>
        </p:txBody>
      </p:sp>
      <p:pic>
        <p:nvPicPr>
          <p:cNvPr id="43" name="Picture 42" descr="clock_ic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3024" y="1828800"/>
            <a:ext cx="786384" cy="78638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36608" y="4206240"/>
            <a:ext cx="786384" cy="786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7276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</a:rPr>
              <a:t>MERCI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914400" y="25420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</a:rPr>
              <a:t>DE VOTRE ATTENTION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206240" y="3456432"/>
            <a:ext cx="374904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9 / 9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293</Words>
  <Application>Microsoft Office PowerPoint</Application>
  <PresentationFormat>Grand écran</PresentationFormat>
  <Paragraphs>113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MOUSSA B KEÏTA</cp:lastModifiedBy>
  <cp:revision>5</cp:revision>
  <dcterms:created xsi:type="dcterms:W3CDTF">2026-07-12T14:22:44Z</dcterms:created>
  <dcterms:modified xsi:type="dcterms:W3CDTF">2026-08-12T23:45:31Z</dcterms:modified>
</cp:coreProperties>
</file>